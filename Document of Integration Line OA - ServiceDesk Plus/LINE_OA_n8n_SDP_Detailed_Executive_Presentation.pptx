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0" r:id="rId11"/>
    <p:sldId id="271" r:id="rId12"/>
    <p:sldId id="265" r:id="rId13"/>
    <p:sldId id="266" r:id="rId14"/>
    <p:sldId id="267" r:id="rId15"/>
    <p:sldId id="268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6590A3E-FB86-421B-8743-15B1ACB78C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4444AEF-B6A0-43F1-B5CD-6F2F64C4B3D4}">
      <dgm:prSet/>
      <dgm:spPr/>
      <dgm:t>
        <a:bodyPr/>
        <a:lstStyle/>
        <a:p>
          <a:r>
            <a:rPr lang="en-US"/>
            <a:t>โซลูชัน LINE OA + n8n + ManageEngine ServiceDesk Plus</a:t>
          </a:r>
        </a:p>
      </dgm:t>
    </dgm:pt>
    <dgm:pt modelId="{B34E7348-546E-488D-A6DA-7C3A4F96E9E6}" type="parTrans" cxnId="{85F8F883-17E0-46D3-B48C-AB874FAC2D48}">
      <dgm:prSet/>
      <dgm:spPr/>
      <dgm:t>
        <a:bodyPr/>
        <a:lstStyle/>
        <a:p>
          <a:endParaRPr lang="en-US"/>
        </a:p>
      </dgm:t>
    </dgm:pt>
    <dgm:pt modelId="{4080269A-288F-479F-9CB5-C08176A633E9}" type="sibTrans" cxnId="{85F8F883-17E0-46D3-B48C-AB874FAC2D48}">
      <dgm:prSet/>
      <dgm:spPr/>
      <dgm:t>
        <a:bodyPr/>
        <a:lstStyle/>
        <a:p>
          <a:endParaRPr lang="en-US"/>
        </a:p>
      </dgm:t>
    </dgm:pt>
    <dgm:pt modelId="{5FA52E27-F5E6-4660-89B6-E88A93323700}">
      <dgm:prSet/>
      <dgm:spPr/>
      <dgm:t>
        <a:bodyPr/>
        <a:lstStyle/>
        <a:p>
          <a:r>
            <a:rPr lang="en-US"/>
            <a:t>เพิ่มประสิทธิภาพการ Support ลูกค้าองค์กรแบบอัตโนมัติ</a:t>
          </a:r>
        </a:p>
      </dgm:t>
    </dgm:pt>
    <dgm:pt modelId="{918B419A-3B1F-443C-9E94-0B1763714A53}" type="parTrans" cxnId="{DEE771C8-1BE2-473C-9B8C-D65C5BF8645F}">
      <dgm:prSet/>
      <dgm:spPr/>
      <dgm:t>
        <a:bodyPr/>
        <a:lstStyle/>
        <a:p>
          <a:endParaRPr lang="en-US"/>
        </a:p>
      </dgm:t>
    </dgm:pt>
    <dgm:pt modelId="{E4949721-4F3D-4122-A10C-948584400D10}" type="sibTrans" cxnId="{DEE771C8-1BE2-473C-9B8C-D65C5BF8645F}">
      <dgm:prSet/>
      <dgm:spPr/>
      <dgm:t>
        <a:bodyPr/>
        <a:lstStyle/>
        <a:p>
          <a:endParaRPr lang="en-US"/>
        </a:p>
      </dgm:t>
    </dgm:pt>
    <dgm:pt modelId="{06E70880-B536-4DC3-A245-CFEA41512B98}">
      <dgm:prSet/>
      <dgm:spPr/>
      <dgm:t>
        <a:bodyPr/>
        <a:lstStyle/>
        <a:p>
          <a:r>
            <a:rPr lang="en-US"/>
            <a:t>รองรับ Automation, Integration และ AI Roadmap</a:t>
          </a:r>
        </a:p>
      </dgm:t>
    </dgm:pt>
    <dgm:pt modelId="{2E710D78-45F3-4BAC-9296-7BF674EE704A}" type="parTrans" cxnId="{0D009FD8-E210-4FD6-B8E5-E52B2BF81ECA}">
      <dgm:prSet/>
      <dgm:spPr/>
      <dgm:t>
        <a:bodyPr/>
        <a:lstStyle/>
        <a:p>
          <a:endParaRPr lang="en-US"/>
        </a:p>
      </dgm:t>
    </dgm:pt>
    <dgm:pt modelId="{D7B1905A-D009-49A1-8542-77957A67AD01}" type="sibTrans" cxnId="{0D009FD8-E210-4FD6-B8E5-E52B2BF81ECA}">
      <dgm:prSet/>
      <dgm:spPr/>
      <dgm:t>
        <a:bodyPr/>
        <a:lstStyle/>
        <a:p>
          <a:endParaRPr lang="en-US"/>
        </a:p>
      </dgm:t>
    </dgm:pt>
    <dgm:pt modelId="{2C48F828-A66D-4314-B780-9D648F7E1981}" type="pres">
      <dgm:prSet presAssocID="{26590A3E-FB86-421B-8743-15B1ACB78C08}" presName="linear" presStyleCnt="0">
        <dgm:presLayoutVars>
          <dgm:animLvl val="lvl"/>
          <dgm:resizeHandles val="exact"/>
        </dgm:presLayoutVars>
      </dgm:prSet>
      <dgm:spPr/>
    </dgm:pt>
    <dgm:pt modelId="{4BAC8791-0B9F-4270-ADDD-D84872D60E0B}" type="pres">
      <dgm:prSet presAssocID="{E4444AEF-B6A0-43F1-B5CD-6F2F64C4B3D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5CF28BC-D7C8-4A86-9764-B523666BDB65}" type="pres">
      <dgm:prSet presAssocID="{4080269A-288F-479F-9CB5-C08176A633E9}" presName="spacer" presStyleCnt="0"/>
      <dgm:spPr/>
    </dgm:pt>
    <dgm:pt modelId="{527D47A4-D5B5-4303-911C-7C7A5861A106}" type="pres">
      <dgm:prSet presAssocID="{5FA52E27-F5E6-4660-89B6-E88A9332370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55C7919-BC6D-4A23-8D7C-C8D2B5FCDFA1}" type="pres">
      <dgm:prSet presAssocID="{E4949721-4F3D-4122-A10C-948584400D10}" presName="spacer" presStyleCnt="0"/>
      <dgm:spPr/>
    </dgm:pt>
    <dgm:pt modelId="{3BDE02B3-10D1-40D4-9012-5CCB6D0B176E}" type="pres">
      <dgm:prSet presAssocID="{06E70880-B536-4DC3-A245-CFEA41512B9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DCB011D-E145-4FA1-8072-C6C99E41CA6B}" type="presOf" srcId="{06E70880-B536-4DC3-A245-CFEA41512B98}" destId="{3BDE02B3-10D1-40D4-9012-5CCB6D0B176E}" srcOrd="0" destOrd="0" presId="urn:microsoft.com/office/officeart/2005/8/layout/vList2"/>
    <dgm:cxn modelId="{B871257F-838E-4538-9EBC-A5DA0E82E49B}" type="presOf" srcId="{E4444AEF-B6A0-43F1-B5CD-6F2F64C4B3D4}" destId="{4BAC8791-0B9F-4270-ADDD-D84872D60E0B}" srcOrd="0" destOrd="0" presId="urn:microsoft.com/office/officeart/2005/8/layout/vList2"/>
    <dgm:cxn modelId="{85F8F883-17E0-46D3-B48C-AB874FAC2D48}" srcId="{26590A3E-FB86-421B-8743-15B1ACB78C08}" destId="{E4444AEF-B6A0-43F1-B5CD-6F2F64C4B3D4}" srcOrd="0" destOrd="0" parTransId="{B34E7348-546E-488D-A6DA-7C3A4F96E9E6}" sibTransId="{4080269A-288F-479F-9CB5-C08176A633E9}"/>
    <dgm:cxn modelId="{19FF23BE-F952-41FB-A687-E38D0362CFDA}" type="presOf" srcId="{26590A3E-FB86-421B-8743-15B1ACB78C08}" destId="{2C48F828-A66D-4314-B780-9D648F7E1981}" srcOrd="0" destOrd="0" presId="urn:microsoft.com/office/officeart/2005/8/layout/vList2"/>
    <dgm:cxn modelId="{DEE771C8-1BE2-473C-9B8C-D65C5BF8645F}" srcId="{26590A3E-FB86-421B-8743-15B1ACB78C08}" destId="{5FA52E27-F5E6-4660-89B6-E88A93323700}" srcOrd="1" destOrd="0" parTransId="{918B419A-3B1F-443C-9E94-0B1763714A53}" sibTransId="{E4949721-4F3D-4122-A10C-948584400D10}"/>
    <dgm:cxn modelId="{0D009FD8-E210-4FD6-B8E5-E52B2BF81ECA}" srcId="{26590A3E-FB86-421B-8743-15B1ACB78C08}" destId="{06E70880-B536-4DC3-A245-CFEA41512B98}" srcOrd="2" destOrd="0" parTransId="{2E710D78-45F3-4BAC-9296-7BF674EE704A}" sibTransId="{D7B1905A-D009-49A1-8542-77957A67AD01}"/>
    <dgm:cxn modelId="{0B21FDE4-5A21-418F-AF7B-7F5DA298E0B4}" type="presOf" srcId="{5FA52E27-F5E6-4660-89B6-E88A93323700}" destId="{527D47A4-D5B5-4303-911C-7C7A5861A106}" srcOrd="0" destOrd="0" presId="urn:microsoft.com/office/officeart/2005/8/layout/vList2"/>
    <dgm:cxn modelId="{1AC480FC-1807-4FC6-B9D2-5D2ED8F369D1}" type="presParOf" srcId="{2C48F828-A66D-4314-B780-9D648F7E1981}" destId="{4BAC8791-0B9F-4270-ADDD-D84872D60E0B}" srcOrd="0" destOrd="0" presId="urn:microsoft.com/office/officeart/2005/8/layout/vList2"/>
    <dgm:cxn modelId="{87B0139C-C8BF-47E2-88A5-1DC030B6E420}" type="presParOf" srcId="{2C48F828-A66D-4314-B780-9D648F7E1981}" destId="{E5CF28BC-D7C8-4A86-9764-B523666BDB65}" srcOrd="1" destOrd="0" presId="urn:microsoft.com/office/officeart/2005/8/layout/vList2"/>
    <dgm:cxn modelId="{C1380594-F5C7-47F0-9F88-55BC73FDD045}" type="presParOf" srcId="{2C48F828-A66D-4314-B780-9D648F7E1981}" destId="{527D47A4-D5B5-4303-911C-7C7A5861A106}" srcOrd="2" destOrd="0" presId="urn:microsoft.com/office/officeart/2005/8/layout/vList2"/>
    <dgm:cxn modelId="{990FC260-14FB-41AC-A235-C77E83ADDEB4}" type="presParOf" srcId="{2C48F828-A66D-4314-B780-9D648F7E1981}" destId="{A55C7919-BC6D-4A23-8D7C-C8D2B5FCDFA1}" srcOrd="3" destOrd="0" presId="urn:microsoft.com/office/officeart/2005/8/layout/vList2"/>
    <dgm:cxn modelId="{82B68A8D-0EFA-4758-9463-D227F986C9D5}" type="presParOf" srcId="{2C48F828-A66D-4314-B780-9D648F7E1981}" destId="{3BDE02B3-10D1-40D4-9012-5CCB6D0B176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452C0DF-0C6C-442B-8B23-7EEA64B2337C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57351EC-7287-41CE-9BE1-99CA3C4FEB46}">
      <dgm:prSet/>
      <dgm:spPr/>
      <dgm:t>
        <a:bodyPr/>
        <a:lstStyle/>
        <a:p>
          <a:r>
            <a:rPr lang="en-US"/>
            <a:t>ผู้ใช้ติดต่อ IT ผ่านหลายช่องทาง (LINE / Email / Phone)</a:t>
          </a:r>
        </a:p>
      </dgm:t>
    </dgm:pt>
    <dgm:pt modelId="{E447A8C8-1249-4CA2-B2C1-3DE98D9F10CD}" type="parTrans" cxnId="{5693BC7C-95C8-4148-8EE8-CF2C734BFE1C}">
      <dgm:prSet/>
      <dgm:spPr/>
      <dgm:t>
        <a:bodyPr/>
        <a:lstStyle/>
        <a:p>
          <a:endParaRPr lang="en-US"/>
        </a:p>
      </dgm:t>
    </dgm:pt>
    <dgm:pt modelId="{8CC9BF9E-55F8-43DE-A542-2D9E50001994}" type="sibTrans" cxnId="{5693BC7C-95C8-4148-8EE8-CF2C734BFE1C}">
      <dgm:prSet/>
      <dgm:spPr/>
      <dgm:t>
        <a:bodyPr/>
        <a:lstStyle/>
        <a:p>
          <a:endParaRPr lang="en-US"/>
        </a:p>
      </dgm:t>
    </dgm:pt>
    <dgm:pt modelId="{67CB19B3-4E55-4A26-8652-F5030F4F5DF7}">
      <dgm:prSet/>
      <dgm:spPr/>
      <dgm:t>
        <a:bodyPr/>
        <a:lstStyle/>
        <a:p>
          <a:r>
            <a:rPr lang="en-US"/>
            <a:t>ติดตามสถานะ Ticket ลำบาก</a:t>
          </a:r>
        </a:p>
      </dgm:t>
    </dgm:pt>
    <dgm:pt modelId="{43787AFB-2A9C-4715-81A9-F09A4BD92FC7}" type="parTrans" cxnId="{E87CD4EE-5044-4C2F-A1C4-C114529C3B66}">
      <dgm:prSet/>
      <dgm:spPr/>
      <dgm:t>
        <a:bodyPr/>
        <a:lstStyle/>
        <a:p>
          <a:endParaRPr lang="en-US"/>
        </a:p>
      </dgm:t>
    </dgm:pt>
    <dgm:pt modelId="{410FD029-4FE1-4513-9175-7ADA085BCB3F}" type="sibTrans" cxnId="{E87CD4EE-5044-4C2F-A1C4-C114529C3B66}">
      <dgm:prSet/>
      <dgm:spPr/>
      <dgm:t>
        <a:bodyPr/>
        <a:lstStyle/>
        <a:p>
          <a:endParaRPr lang="en-US"/>
        </a:p>
      </dgm:t>
    </dgm:pt>
    <dgm:pt modelId="{0C05DDC1-3E73-4542-91AC-88F0F3050309}">
      <dgm:prSet/>
      <dgm:spPr/>
      <dgm:t>
        <a:bodyPr/>
        <a:lstStyle/>
        <a:p>
          <a:r>
            <a:rPr lang="en-US"/>
            <a:t>งานซ้ำซ้อนของ Service Desk</a:t>
          </a:r>
        </a:p>
      </dgm:t>
    </dgm:pt>
    <dgm:pt modelId="{3EC1D788-0F94-462C-89F1-886822054469}" type="parTrans" cxnId="{0BA6428D-C786-4476-B9D3-0BDB2B2B8BC1}">
      <dgm:prSet/>
      <dgm:spPr/>
      <dgm:t>
        <a:bodyPr/>
        <a:lstStyle/>
        <a:p>
          <a:endParaRPr lang="en-US"/>
        </a:p>
      </dgm:t>
    </dgm:pt>
    <dgm:pt modelId="{5F912DB9-B34A-484D-9F7D-C92BAA523C64}" type="sibTrans" cxnId="{0BA6428D-C786-4476-B9D3-0BDB2B2B8BC1}">
      <dgm:prSet/>
      <dgm:spPr/>
      <dgm:t>
        <a:bodyPr/>
        <a:lstStyle/>
        <a:p>
          <a:endParaRPr lang="en-US"/>
        </a:p>
      </dgm:t>
    </dgm:pt>
    <dgm:pt modelId="{11DFB485-9602-44C1-A592-FF0756C9CA90}">
      <dgm:prSet/>
      <dgm:spPr/>
      <dgm:t>
        <a:bodyPr/>
        <a:lstStyle/>
        <a:p>
          <a:r>
            <a:rPr lang="en-US"/>
            <a:t>ต้องการ AI / Self-Service</a:t>
          </a:r>
        </a:p>
      </dgm:t>
    </dgm:pt>
    <dgm:pt modelId="{424DFBAD-A741-44BF-81C4-608E2866A07C}" type="parTrans" cxnId="{9A97529C-5BBE-4ABD-8005-143821D2ED4C}">
      <dgm:prSet/>
      <dgm:spPr/>
      <dgm:t>
        <a:bodyPr/>
        <a:lstStyle/>
        <a:p>
          <a:endParaRPr lang="en-US"/>
        </a:p>
      </dgm:t>
    </dgm:pt>
    <dgm:pt modelId="{440F01DB-7462-4A6D-9821-A39F8A436C54}" type="sibTrans" cxnId="{9A97529C-5BBE-4ABD-8005-143821D2ED4C}">
      <dgm:prSet/>
      <dgm:spPr/>
      <dgm:t>
        <a:bodyPr/>
        <a:lstStyle/>
        <a:p>
          <a:endParaRPr lang="en-US"/>
        </a:p>
      </dgm:t>
    </dgm:pt>
    <dgm:pt modelId="{C6201CC4-1D4E-4DB8-BB9C-CFC3014C0A30}" type="pres">
      <dgm:prSet presAssocID="{7452C0DF-0C6C-442B-8B23-7EEA64B2337C}" presName="vert0" presStyleCnt="0">
        <dgm:presLayoutVars>
          <dgm:dir/>
          <dgm:animOne val="branch"/>
          <dgm:animLvl val="lvl"/>
        </dgm:presLayoutVars>
      </dgm:prSet>
      <dgm:spPr/>
    </dgm:pt>
    <dgm:pt modelId="{59AAB360-FE11-4C82-99C4-BDECA0148E52}" type="pres">
      <dgm:prSet presAssocID="{F57351EC-7287-41CE-9BE1-99CA3C4FEB46}" presName="thickLine" presStyleLbl="alignNode1" presStyleIdx="0" presStyleCnt="4"/>
      <dgm:spPr/>
    </dgm:pt>
    <dgm:pt modelId="{1EE4FC2D-3391-4215-95DD-C2E4D177DD3E}" type="pres">
      <dgm:prSet presAssocID="{F57351EC-7287-41CE-9BE1-99CA3C4FEB46}" presName="horz1" presStyleCnt="0"/>
      <dgm:spPr/>
    </dgm:pt>
    <dgm:pt modelId="{56B73945-3828-4486-A34B-2146762E3327}" type="pres">
      <dgm:prSet presAssocID="{F57351EC-7287-41CE-9BE1-99CA3C4FEB46}" presName="tx1" presStyleLbl="revTx" presStyleIdx="0" presStyleCnt="4"/>
      <dgm:spPr/>
    </dgm:pt>
    <dgm:pt modelId="{D38D40E9-0C2E-4963-8870-3479A6554C8A}" type="pres">
      <dgm:prSet presAssocID="{F57351EC-7287-41CE-9BE1-99CA3C4FEB46}" presName="vert1" presStyleCnt="0"/>
      <dgm:spPr/>
    </dgm:pt>
    <dgm:pt modelId="{3683EB7D-78CD-4693-9223-159DA5D56065}" type="pres">
      <dgm:prSet presAssocID="{67CB19B3-4E55-4A26-8652-F5030F4F5DF7}" presName="thickLine" presStyleLbl="alignNode1" presStyleIdx="1" presStyleCnt="4"/>
      <dgm:spPr/>
    </dgm:pt>
    <dgm:pt modelId="{2CCB4F11-CB33-4A89-9B89-4E83062A136C}" type="pres">
      <dgm:prSet presAssocID="{67CB19B3-4E55-4A26-8652-F5030F4F5DF7}" presName="horz1" presStyleCnt="0"/>
      <dgm:spPr/>
    </dgm:pt>
    <dgm:pt modelId="{074E8C19-6F96-4A41-A179-568E08F58569}" type="pres">
      <dgm:prSet presAssocID="{67CB19B3-4E55-4A26-8652-F5030F4F5DF7}" presName="tx1" presStyleLbl="revTx" presStyleIdx="1" presStyleCnt="4"/>
      <dgm:spPr/>
    </dgm:pt>
    <dgm:pt modelId="{3C374C19-43EA-4672-A49A-2A656F1F52DD}" type="pres">
      <dgm:prSet presAssocID="{67CB19B3-4E55-4A26-8652-F5030F4F5DF7}" presName="vert1" presStyleCnt="0"/>
      <dgm:spPr/>
    </dgm:pt>
    <dgm:pt modelId="{5F33D005-A692-4F48-AE39-E1177432C712}" type="pres">
      <dgm:prSet presAssocID="{0C05DDC1-3E73-4542-91AC-88F0F3050309}" presName="thickLine" presStyleLbl="alignNode1" presStyleIdx="2" presStyleCnt="4"/>
      <dgm:spPr/>
    </dgm:pt>
    <dgm:pt modelId="{E80B8CF2-B78F-4294-BA90-8DAB60C9E2C2}" type="pres">
      <dgm:prSet presAssocID="{0C05DDC1-3E73-4542-91AC-88F0F3050309}" presName="horz1" presStyleCnt="0"/>
      <dgm:spPr/>
    </dgm:pt>
    <dgm:pt modelId="{B6E5A308-2845-463D-B395-9E99989F3ED3}" type="pres">
      <dgm:prSet presAssocID="{0C05DDC1-3E73-4542-91AC-88F0F3050309}" presName="tx1" presStyleLbl="revTx" presStyleIdx="2" presStyleCnt="4"/>
      <dgm:spPr/>
    </dgm:pt>
    <dgm:pt modelId="{48F7A225-F225-4956-826E-74A2BEA13B97}" type="pres">
      <dgm:prSet presAssocID="{0C05DDC1-3E73-4542-91AC-88F0F3050309}" presName="vert1" presStyleCnt="0"/>
      <dgm:spPr/>
    </dgm:pt>
    <dgm:pt modelId="{21C70E97-33FF-4CA2-A2F3-9CEB84B3E77C}" type="pres">
      <dgm:prSet presAssocID="{11DFB485-9602-44C1-A592-FF0756C9CA90}" presName="thickLine" presStyleLbl="alignNode1" presStyleIdx="3" presStyleCnt="4"/>
      <dgm:spPr/>
    </dgm:pt>
    <dgm:pt modelId="{FC7FDCD8-3C3D-4AE2-939E-73957BB3FB2C}" type="pres">
      <dgm:prSet presAssocID="{11DFB485-9602-44C1-A592-FF0756C9CA90}" presName="horz1" presStyleCnt="0"/>
      <dgm:spPr/>
    </dgm:pt>
    <dgm:pt modelId="{4F20100F-0F06-4F9E-96BE-9A188742FDD8}" type="pres">
      <dgm:prSet presAssocID="{11DFB485-9602-44C1-A592-FF0756C9CA90}" presName="tx1" presStyleLbl="revTx" presStyleIdx="3" presStyleCnt="4"/>
      <dgm:spPr/>
    </dgm:pt>
    <dgm:pt modelId="{DFAD731B-4A97-412F-B618-9F2997C9B7B0}" type="pres">
      <dgm:prSet presAssocID="{11DFB485-9602-44C1-A592-FF0756C9CA90}" presName="vert1" presStyleCnt="0"/>
      <dgm:spPr/>
    </dgm:pt>
  </dgm:ptLst>
  <dgm:cxnLst>
    <dgm:cxn modelId="{8A4A4111-6E48-45AC-B6BF-4381633C9282}" type="presOf" srcId="{67CB19B3-4E55-4A26-8652-F5030F4F5DF7}" destId="{074E8C19-6F96-4A41-A179-568E08F58569}" srcOrd="0" destOrd="0" presId="urn:microsoft.com/office/officeart/2008/layout/LinedList"/>
    <dgm:cxn modelId="{EA14CF4E-CAF2-4BAA-B952-2BCAFE3E7D1E}" type="presOf" srcId="{F57351EC-7287-41CE-9BE1-99CA3C4FEB46}" destId="{56B73945-3828-4486-A34B-2146762E3327}" srcOrd="0" destOrd="0" presId="urn:microsoft.com/office/officeart/2008/layout/LinedList"/>
    <dgm:cxn modelId="{E1B5AF54-A58A-4E0F-8D2E-D243EE325712}" type="presOf" srcId="{0C05DDC1-3E73-4542-91AC-88F0F3050309}" destId="{B6E5A308-2845-463D-B395-9E99989F3ED3}" srcOrd="0" destOrd="0" presId="urn:microsoft.com/office/officeart/2008/layout/LinedList"/>
    <dgm:cxn modelId="{5693BC7C-95C8-4148-8EE8-CF2C734BFE1C}" srcId="{7452C0DF-0C6C-442B-8B23-7EEA64B2337C}" destId="{F57351EC-7287-41CE-9BE1-99CA3C4FEB46}" srcOrd="0" destOrd="0" parTransId="{E447A8C8-1249-4CA2-B2C1-3DE98D9F10CD}" sibTransId="{8CC9BF9E-55F8-43DE-A542-2D9E50001994}"/>
    <dgm:cxn modelId="{0BA6428D-C786-4476-B9D3-0BDB2B2B8BC1}" srcId="{7452C0DF-0C6C-442B-8B23-7EEA64B2337C}" destId="{0C05DDC1-3E73-4542-91AC-88F0F3050309}" srcOrd="2" destOrd="0" parTransId="{3EC1D788-0F94-462C-89F1-886822054469}" sibTransId="{5F912DB9-B34A-484D-9F7D-C92BAA523C64}"/>
    <dgm:cxn modelId="{341AB396-5678-4375-8D4B-1FC6DAEDC1BE}" type="presOf" srcId="{7452C0DF-0C6C-442B-8B23-7EEA64B2337C}" destId="{C6201CC4-1D4E-4DB8-BB9C-CFC3014C0A30}" srcOrd="0" destOrd="0" presId="urn:microsoft.com/office/officeart/2008/layout/LinedList"/>
    <dgm:cxn modelId="{CDD2D09B-AF83-4FFC-B9B7-DD1A13B81F67}" type="presOf" srcId="{11DFB485-9602-44C1-A592-FF0756C9CA90}" destId="{4F20100F-0F06-4F9E-96BE-9A188742FDD8}" srcOrd="0" destOrd="0" presId="urn:microsoft.com/office/officeart/2008/layout/LinedList"/>
    <dgm:cxn modelId="{9A97529C-5BBE-4ABD-8005-143821D2ED4C}" srcId="{7452C0DF-0C6C-442B-8B23-7EEA64B2337C}" destId="{11DFB485-9602-44C1-A592-FF0756C9CA90}" srcOrd="3" destOrd="0" parTransId="{424DFBAD-A741-44BF-81C4-608E2866A07C}" sibTransId="{440F01DB-7462-4A6D-9821-A39F8A436C54}"/>
    <dgm:cxn modelId="{E87CD4EE-5044-4C2F-A1C4-C114529C3B66}" srcId="{7452C0DF-0C6C-442B-8B23-7EEA64B2337C}" destId="{67CB19B3-4E55-4A26-8652-F5030F4F5DF7}" srcOrd="1" destOrd="0" parTransId="{43787AFB-2A9C-4715-81A9-F09A4BD92FC7}" sibTransId="{410FD029-4FE1-4513-9175-7ADA085BCB3F}"/>
    <dgm:cxn modelId="{71300B6E-4283-4019-87DE-D7DC5BD99AAD}" type="presParOf" srcId="{C6201CC4-1D4E-4DB8-BB9C-CFC3014C0A30}" destId="{59AAB360-FE11-4C82-99C4-BDECA0148E52}" srcOrd="0" destOrd="0" presId="urn:microsoft.com/office/officeart/2008/layout/LinedList"/>
    <dgm:cxn modelId="{E33E6DB7-E2A6-4479-BB4A-6C2383FD3FC4}" type="presParOf" srcId="{C6201CC4-1D4E-4DB8-BB9C-CFC3014C0A30}" destId="{1EE4FC2D-3391-4215-95DD-C2E4D177DD3E}" srcOrd="1" destOrd="0" presId="urn:microsoft.com/office/officeart/2008/layout/LinedList"/>
    <dgm:cxn modelId="{B3D30B1B-4762-4170-AEF4-A1FB958C1371}" type="presParOf" srcId="{1EE4FC2D-3391-4215-95DD-C2E4D177DD3E}" destId="{56B73945-3828-4486-A34B-2146762E3327}" srcOrd="0" destOrd="0" presId="urn:microsoft.com/office/officeart/2008/layout/LinedList"/>
    <dgm:cxn modelId="{FCF95CEA-A0F3-4196-94E6-176A1F21D7A0}" type="presParOf" srcId="{1EE4FC2D-3391-4215-95DD-C2E4D177DD3E}" destId="{D38D40E9-0C2E-4963-8870-3479A6554C8A}" srcOrd="1" destOrd="0" presId="urn:microsoft.com/office/officeart/2008/layout/LinedList"/>
    <dgm:cxn modelId="{95EC5909-6792-47A5-B3EB-30EE8CE42CD3}" type="presParOf" srcId="{C6201CC4-1D4E-4DB8-BB9C-CFC3014C0A30}" destId="{3683EB7D-78CD-4693-9223-159DA5D56065}" srcOrd="2" destOrd="0" presId="urn:microsoft.com/office/officeart/2008/layout/LinedList"/>
    <dgm:cxn modelId="{82F08566-0A6C-45FB-AC02-551970BF3719}" type="presParOf" srcId="{C6201CC4-1D4E-4DB8-BB9C-CFC3014C0A30}" destId="{2CCB4F11-CB33-4A89-9B89-4E83062A136C}" srcOrd="3" destOrd="0" presId="urn:microsoft.com/office/officeart/2008/layout/LinedList"/>
    <dgm:cxn modelId="{8C0D087B-E424-4984-A6DC-B64F26C19061}" type="presParOf" srcId="{2CCB4F11-CB33-4A89-9B89-4E83062A136C}" destId="{074E8C19-6F96-4A41-A179-568E08F58569}" srcOrd="0" destOrd="0" presId="urn:microsoft.com/office/officeart/2008/layout/LinedList"/>
    <dgm:cxn modelId="{491A49A7-9B66-458D-83B1-0FCD81D12486}" type="presParOf" srcId="{2CCB4F11-CB33-4A89-9B89-4E83062A136C}" destId="{3C374C19-43EA-4672-A49A-2A656F1F52DD}" srcOrd="1" destOrd="0" presId="urn:microsoft.com/office/officeart/2008/layout/LinedList"/>
    <dgm:cxn modelId="{7F432D0A-D6AB-436F-AD81-6DC5CFAA9DD4}" type="presParOf" srcId="{C6201CC4-1D4E-4DB8-BB9C-CFC3014C0A30}" destId="{5F33D005-A692-4F48-AE39-E1177432C712}" srcOrd="4" destOrd="0" presId="urn:microsoft.com/office/officeart/2008/layout/LinedList"/>
    <dgm:cxn modelId="{3B976B03-E5D2-4CE2-8BBC-8ED5B9545D3E}" type="presParOf" srcId="{C6201CC4-1D4E-4DB8-BB9C-CFC3014C0A30}" destId="{E80B8CF2-B78F-4294-BA90-8DAB60C9E2C2}" srcOrd="5" destOrd="0" presId="urn:microsoft.com/office/officeart/2008/layout/LinedList"/>
    <dgm:cxn modelId="{25267E24-21ED-4910-80D8-03AA94B3A68F}" type="presParOf" srcId="{E80B8CF2-B78F-4294-BA90-8DAB60C9E2C2}" destId="{B6E5A308-2845-463D-B395-9E99989F3ED3}" srcOrd="0" destOrd="0" presId="urn:microsoft.com/office/officeart/2008/layout/LinedList"/>
    <dgm:cxn modelId="{5E73579B-38ED-4EB1-A1F5-8D89EAC0EBC8}" type="presParOf" srcId="{E80B8CF2-B78F-4294-BA90-8DAB60C9E2C2}" destId="{48F7A225-F225-4956-826E-74A2BEA13B97}" srcOrd="1" destOrd="0" presId="urn:microsoft.com/office/officeart/2008/layout/LinedList"/>
    <dgm:cxn modelId="{A8EA0C79-8895-4B11-ABDE-2B478B4B0B31}" type="presParOf" srcId="{C6201CC4-1D4E-4DB8-BB9C-CFC3014C0A30}" destId="{21C70E97-33FF-4CA2-A2F3-9CEB84B3E77C}" srcOrd="6" destOrd="0" presId="urn:microsoft.com/office/officeart/2008/layout/LinedList"/>
    <dgm:cxn modelId="{7A139121-1429-4322-940E-9C161E428266}" type="presParOf" srcId="{C6201CC4-1D4E-4DB8-BB9C-CFC3014C0A30}" destId="{FC7FDCD8-3C3D-4AE2-939E-73957BB3FB2C}" srcOrd="7" destOrd="0" presId="urn:microsoft.com/office/officeart/2008/layout/LinedList"/>
    <dgm:cxn modelId="{A951BAE7-C52D-4614-9CDE-08F85A1A5605}" type="presParOf" srcId="{FC7FDCD8-3C3D-4AE2-939E-73957BB3FB2C}" destId="{4F20100F-0F06-4F9E-96BE-9A188742FDD8}" srcOrd="0" destOrd="0" presId="urn:microsoft.com/office/officeart/2008/layout/LinedList"/>
    <dgm:cxn modelId="{DDD98C22-AE97-4181-9D77-87DBC433D251}" type="presParOf" srcId="{FC7FDCD8-3C3D-4AE2-939E-73957BB3FB2C}" destId="{DFAD731B-4A97-412F-B618-9F2997C9B7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9EE0E0B-1E89-468C-90DA-E1C150599F2E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FC060FD0-548B-4B67-830C-F2F9CF3BE323}">
      <dgm:prSet/>
      <dgm:spPr/>
      <dgm:t>
        <a:bodyPr/>
        <a:lstStyle/>
        <a:p>
          <a:r>
            <a:rPr lang="en-US"/>
            <a:t>LINE Official Account เป็น Frontend</a:t>
          </a:r>
        </a:p>
      </dgm:t>
    </dgm:pt>
    <dgm:pt modelId="{E2D9245B-E166-4D72-AD69-19E35F9E8888}" type="parTrans" cxnId="{4B6A86E8-112F-4B30-9D4E-BB4518540CB6}">
      <dgm:prSet/>
      <dgm:spPr/>
      <dgm:t>
        <a:bodyPr/>
        <a:lstStyle/>
        <a:p>
          <a:endParaRPr lang="en-US"/>
        </a:p>
      </dgm:t>
    </dgm:pt>
    <dgm:pt modelId="{6E72E2AC-D54C-4EA7-BD80-0A6E1E0534B0}" type="sibTrans" cxnId="{4B6A86E8-112F-4B30-9D4E-BB4518540CB6}">
      <dgm:prSet/>
      <dgm:spPr/>
      <dgm:t>
        <a:bodyPr/>
        <a:lstStyle/>
        <a:p>
          <a:endParaRPr lang="en-US"/>
        </a:p>
      </dgm:t>
    </dgm:pt>
    <dgm:pt modelId="{2795FB01-C867-46D5-B792-01C0654C12A8}">
      <dgm:prSet/>
      <dgm:spPr/>
      <dgm:t>
        <a:bodyPr/>
        <a:lstStyle/>
        <a:p>
          <a:r>
            <a:rPr lang="en-US"/>
            <a:t>n8n เป็น Automation &amp; Integration Layer</a:t>
          </a:r>
        </a:p>
      </dgm:t>
    </dgm:pt>
    <dgm:pt modelId="{0BB9B021-2162-4587-8979-D6CDBF42066F}" type="parTrans" cxnId="{C9141899-085A-4F39-B011-5CDCEE14C8CE}">
      <dgm:prSet/>
      <dgm:spPr/>
      <dgm:t>
        <a:bodyPr/>
        <a:lstStyle/>
        <a:p>
          <a:endParaRPr lang="en-US"/>
        </a:p>
      </dgm:t>
    </dgm:pt>
    <dgm:pt modelId="{F7B4AEC5-D9BD-4A3C-96F3-6A1169FC3774}" type="sibTrans" cxnId="{C9141899-085A-4F39-B011-5CDCEE14C8CE}">
      <dgm:prSet/>
      <dgm:spPr/>
      <dgm:t>
        <a:bodyPr/>
        <a:lstStyle/>
        <a:p>
          <a:endParaRPr lang="en-US"/>
        </a:p>
      </dgm:t>
    </dgm:pt>
    <dgm:pt modelId="{02D00FFD-66C0-4A7B-BFD4-B7E42FEB8FCE}">
      <dgm:prSet/>
      <dgm:spPr/>
      <dgm:t>
        <a:bodyPr/>
        <a:lstStyle/>
        <a:p>
          <a:r>
            <a:rPr lang="en-US"/>
            <a:t>ServiceDesk Plus เป็น Ticket &amp; KB Backend</a:t>
          </a:r>
        </a:p>
      </dgm:t>
    </dgm:pt>
    <dgm:pt modelId="{6EC63D80-D4BC-48C1-81E4-3EBDAE86D0BD}" type="parTrans" cxnId="{102071DB-6BE8-4D34-BEB1-D978092E51F4}">
      <dgm:prSet/>
      <dgm:spPr/>
      <dgm:t>
        <a:bodyPr/>
        <a:lstStyle/>
        <a:p>
          <a:endParaRPr lang="en-US"/>
        </a:p>
      </dgm:t>
    </dgm:pt>
    <dgm:pt modelId="{326EA982-E980-4DE4-90D6-DE46D0B9702C}" type="sibTrans" cxnId="{102071DB-6BE8-4D34-BEB1-D978092E51F4}">
      <dgm:prSet/>
      <dgm:spPr/>
      <dgm:t>
        <a:bodyPr/>
        <a:lstStyle/>
        <a:p>
          <a:endParaRPr lang="en-US"/>
        </a:p>
      </dgm:t>
    </dgm:pt>
    <dgm:pt modelId="{F638330F-DD0E-4264-B1FF-116DDD3EFDB9}">
      <dgm:prSet/>
      <dgm:spPr/>
      <dgm:t>
        <a:bodyPr/>
        <a:lstStyle/>
        <a:p>
          <a:r>
            <a:rPr lang="en-US"/>
            <a:t>รองรับ DMZ / Internal Security Design</a:t>
          </a:r>
        </a:p>
      </dgm:t>
    </dgm:pt>
    <dgm:pt modelId="{5938F340-F9D6-4DD8-A87B-7D0236D5752A}" type="parTrans" cxnId="{D4793546-5CA2-4A08-B7FB-D3C2AB26CA84}">
      <dgm:prSet/>
      <dgm:spPr/>
      <dgm:t>
        <a:bodyPr/>
        <a:lstStyle/>
        <a:p>
          <a:endParaRPr lang="en-US"/>
        </a:p>
      </dgm:t>
    </dgm:pt>
    <dgm:pt modelId="{1AE5768A-7EEE-4220-8F95-BDF252783921}" type="sibTrans" cxnId="{D4793546-5CA2-4A08-B7FB-D3C2AB26CA84}">
      <dgm:prSet/>
      <dgm:spPr/>
      <dgm:t>
        <a:bodyPr/>
        <a:lstStyle/>
        <a:p>
          <a:endParaRPr lang="en-US"/>
        </a:p>
      </dgm:t>
    </dgm:pt>
    <dgm:pt modelId="{25F6DC3A-2D88-48AE-A8A0-DD7C6BF39013}" type="pres">
      <dgm:prSet presAssocID="{69EE0E0B-1E89-468C-90DA-E1C150599F2E}" presName="vert0" presStyleCnt="0">
        <dgm:presLayoutVars>
          <dgm:dir/>
          <dgm:animOne val="branch"/>
          <dgm:animLvl val="lvl"/>
        </dgm:presLayoutVars>
      </dgm:prSet>
      <dgm:spPr/>
    </dgm:pt>
    <dgm:pt modelId="{21274759-4E75-4183-9EAB-0B15FDF4D86F}" type="pres">
      <dgm:prSet presAssocID="{FC060FD0-548B-4B67-830C-F2F9CF3BE323}" presName="thickLine" presStyleLbl="alignNode1" presStyleIdx="0" presStyleCnt="4"/>
      <dgm:spPr/>
    </dgm:pt>
    <dgm:pt modelId="{DFEF40CD-A5FC-49E8-BA63-6CE15A77F4D9}" type="pres">
      <dgm:prSet presAssocID="{FC060FD0-548B-4B67-830C-F2F9CF3BE323}" presName="horz1" presStyleCnt="0"/>
      <dgm:spPr/>
    </dgm:pt>
    <dgm:pt modelId="{ECC537A5-8EBE-47D1-8A56-47223CB8A8F9}" type="pres">
      <dgm:prSet presAssocID="{FC060FD0-548B-4B67-830C-F2F9CF3BE323}" presName="tx1" presStyleLbl="revTx" presStyleIdx="0" presStyleCnt="4"/>
      <dgm:spPr/>
    </dgm:pt>
    <dgm:pt modelId="{E5B2E387-2A0F-494E-9B5A-EBCC87B3C9B0}" type="pres">
      <dgm:prSet presAssocID="{FC060FD0-548B-4B67-830C-F2F9CF3BE323}" presName="vert1" presStyleCnt="0"/>
      <dgm:spPr/>
    </dgm:pt>
    <dgm:pt modelId="{ABAED8B9-50B9-46B6-82BC-5DCFF3DAC3E8}" type="pres">
      <dgm:prSet presAssocID="{2795FB01-C867-46D5-B792-01C0654C12A8}" presName="thickLine" presStyleLbl="alignNode1" presStyleIdx="1" presStyleCnt="4"/>
      <dgm:spPr/>
    </dgm:pt>
    <dgm:pt modelId="{DFC2B8A5-B0E6-49EA-9922-436C373858C0}" type="pres">
      <dgm:prSet presAssocID="{2795FB01-C867-46D5-B792-01C0654C12A8}" presName="horz1" presStyleCnt="0"/>
      <dgm:spPr/>
    </dgm:pt>
    <dgm:pt modelId="{34B9EEF5-D557-45E7-909A-1ACF04B8FE98}" type="pres">
      <dgm:prSet presAssocID="{2795FB01-C867-46D5-B792-01C0654C12A8}" presName="tx1" presStyleLbl="revTx" presStyleIdx="1" presStyleCnt="4"/>
      <dgm:spPr/>
    </dgm:pt>
    <dgm:pt modelId="{0CB57807-2E8D-452F-87CE-EBC5BB49259E}" type="pres">
      <dgm:prSet presAssocID="{2795FB01-C867-46D5-B792-01C0654C12A8}" presName="vert1" presStyleCnt="0"/>
      <dgm:spPr/>
    </dgm:pt>
    <dgm:pt modelId="{FB13F52E-C85C-4257-AD7E-5E328403C596}" type="pres">
      <dgm:prSet presAssocID="{02D00FFD-66C0-4A7B-BFD4-B7E42FEB8FCE}" presName="thickLine" presStyleLbl="alignNode1" presStyleIdx="2" presStyleCnt="4"/>
      <dgm:spPr/>
    </dgm:pt>
    <dgm:pt modelId="{A55BA37D-43A9-4243-AC81-DB17512711A9}" type="pres">
      <dgm:prSet presAssocID="{02D00FFD-66C0-4A7B-BFD4-B7E42FEB8FCE}" presName="horz1" presStyleCnt="0"/>
      <dgm:spPr/>
    </dgm:pt>
    <dgm:pt modelId="{C2DFFE78-40A8-41BB-BE5C-96193AB4A18B}" type="pres">
      <dgm:prSet presAssocID="{02D00FFD-66C0-4A7B-BFD4-B7E42FEB8FCE}" presName="tx1" presStyleLbl="revTx" presStyleIdx="2" presStyleCnt="4"/>
      <dgm:spPr/>
    </dgm:pt>
    <dgm:pt modelId="{CD609B86-FD4F-4D8F-9A68-057E1016780D}" type="pres">
      <dgm:prSet presAssocID="{02D00FFD-66C0-4A7B-BFD4-B7E42FEB8FCE}" presName="vert1" presStyleCnt="0"/>
      <dgm:spPr/>
    </dgm:pt>
    <dgm:pt modelId="{9FEBCDF5-3FB3-4434-A098-489F4FB7FB15}" type="pres">
      <dgm:prSet presAssocID="{F638330F-DD0E-4264-B1FF-116DDD3EFDB9}" presName="thickLine" presStyleLbl="alignNode1" presStyleIdx="3" presStyleCnt="4"/>
      <dgm:spPr/>
    </dgm:pt>
    <dgm:pt modelId="{90157949-01C5-4D05-9BB5-A2ACB0AE9D9E}" type="pres">
      <dgm:prSet presAssocID="{F638330F-DD0E-4264-B1FF-116DDD3EFDB9}" presName="horz1" presStyleCnt="0"/>
      <dgm:spPr/>
    </dgm:pt>
    <dgm:pt modelId="{B20CCB59-D973-4536-98EC-EFFFBF6418F2}" type="pres">
      <dgm:prSet presAssocID="{F638330F-DD0E-4264-B1FF-116DDD3EFDB9}" presName="tx1" presStyleLbl="revTx" presStyleIdx="3" presStyleCnt="4"/>
      <dgm:spPr/>
    </dgm:pt>
    <dgm:pt modelId="{9878AB89-DDA8-47C5-BF4C-366FA4D240D4}" type="pres">
      <dgm:prSet presAssocID="{F638330F-DD0E-4264-B1FF-116DDD3EFDB9}" presName="vert1" presStyleCnt="0"/>
      <dgm:spPr/>
    </dgm:pt>
  </dgm:ptLst>
  <dgm:cxnLst>
    <dgm:cxn modelId="{70992D06-62F8-4E54-87AD-B094AC2BE7D3}" type="presOf" srcId="{02D00FFD-66C0-4A7B-BFD4-B7E42FEB8FCE}" destId="{C2DFFE78-40A8-41BB-BE5C-96193AB4A18B}" srcOrd="0" destOrd="0" presId="urn:microsoft.com/office/officeart/2008/layout/LinedList"/>
    <dgm:cxn modelId="{C59FB521-209D-4588-BF33-FB75840708C6}" type="presOf" srcId="{FC060FD0-548B-4B67-830C-F2F9CF3BE323}" destId="{ECC537A5-8EBE-47D1-8A56-47223CB8A8F9}" srcOrd="0" destOrd="0" presId="urn:microsoft.com/office/officeart/2008/layout/LinedList"/>
    <dgm:cxn modelId="{0C6D623B-5692-4F74-A071-95494A92CF20}" type="presOf" srcId="{F638330F-DD0E-4264-B1FF-116DDD3EFDB9}" destId="{B20CCB59-D973-4536-98EC-EFFFBF6418F2}" srcOrd="0" destOrd="0" presId="urn:microsoft.com/office/officeart/2008/layout/LinedList"/>
    <dgm:cxn modelId="{D4793546-5CA2-4A08-B7FB-D3C2AB26CA84}" srcId="{69EE0E0B-1E89-468C-90DA-E1C150599F2E}" destId="{F638330F-DD0E-4264-B1FF-116DDD3EFDB9}" srcOrd="3" destOrd="0" parTransId="{5938F340-F9D6-4DD8-A87B-7D0236D5752A}" sibTransId="{1AE5768A-7EEE-4220-8F95-BDF252783921}"/>
    <dgm:cxn modelId="{C9141899-085A-4F39-B011-5CDCEE14C8CE}" srcId="{69EE0E0B-1E89-468C-90DA-E1C150599F2E}" destId="{2795FB01-C867-46D5-B792-01C0654C12A8}" srcOrd="1" destOrd="0" parTransId="{0BB9B021-2162-4587-8979-D6CDBF42066F}" sibTransId="{F7B4AEC5-D9BD-4A3C-96F3-6A1169FC3774}"/>
    <dgm:cxn modelId="{B7236BB2-124D-404F-8AFE-B891AD3648EB}" type="presOf" srcId="{2795FB01-C867-46D5-B792-01C0654C12A8}" destId="{34B9EEF5-D557-45E7-909A-1ACF04B8FE98}" srcOrd="0" destOrd="0" presId="urn:microsoft.com/office/officeart/2008/layout/LinedList"/>
    <dgm:cxn modelId="{102071DB-6BE8-4D34-BEB1-D978092E51F4}" srcId="{69EE0E0B-1E89-468C-90DA-E1C150599F2E}" destId="{02D00FFD-66C0-4A7B-BFD4-B7E42FEB8FCE}" srcOrd="2" destOrd="0" parTransId="{6EC63D80-D4BC-48C1-81E4-3EBDAE86D0BD}" sibTransId="{326EA982-E980-4DE4-90D6-DE46D0B9702C}"/>
    <dgm:cxn modelId="{4B6A86E8-112F-4B30-9D4E-BB4518540CB6}" srcId="{69EE0E0B-1E89-468C-90DA-E1C150599F2E}" destId="{FC060FD0-548B-4B67-830C-F2F9CF3BE323}" srcOrd="0" destOrd="0" parTransId="{E2D9245B-E166-4D72-AD69-19E35F9E8888}" sibTransId="{6E72E2AC-D54C-4EA7-BD80-0A6E1E0534B0}"/>
    <dgm:cxn modelId="{BA1F0BEC-62C6-45E4-95F2-0B5400E6B5D5}" type="presOf" srcId="{69EE0E0B-1E89-468C-90DA-E1C150599F2E}" destId="{25F6DC3A-2D88-48AE-A8A0-DD7C6BF39013}" srcOrd="0" destOrd="0" presId="urn:microsoft.com/office/officeart/2008/layout/LinedList"/>
    <dgm:cxn modelId="{D06FEF7E-F1D5-4DAF-8EFA-12CE59EF8400}" type="presParOf" srcId="{25F6DC3A-2D88-48AE-A8A0-DD7C6BF39013}" destId="{21274759-4E75-4183-9EAB-0B15FDF4D86F}" srcOrd="0" destOrd="0" presId="urn:microsoft.com/office/officeart/2008/layout/LinedList"/>
    <dgm:cxn modelId="{E1906F2E-0203-48B9-80FD-85C0CA52FA01}" type="presParOf" srcId="{25F6DC3A-2D88-48AE-A8A0-DD7C6BF39013}" destId="{DFEF40CD-A5FC-49E8-BA63-6CE15A77F4D9}" srcOrd="1" destOrd="0" presId="urn:microsoft.com/office/officeart/2008/layout/LinedList"/>
    <dgm:cxn modelId="{1C733610-9685-4FD7-8FF7-2084BEDF585E}" type="presParOf" srcId="{DFEF40CD-A5FC-49E8-BA63-6CE15A77F4D9}" destId="{ECC537A5-8EBE-47D1-8A56-47223CB8A8F9}" srcOrd="0" destOrd="0" presId="urn:microsoft.com/office/officeart/2008/layout/LinedList"/>
    <dgm:cxn modelId="{532738C5-4BC1-4A54-BA78-3B68741FBDC1}" type="presParOf" srcId="{DFEF40CD-A5FC-49E8-BA63-6CE15A77F4D9}" destId="{E5B2E387-2A0F-494E-9B5A-EBCC87B3C9B0}" srcOrd="1" destOrd="0" presId="urn:microsoft.com/office/officeart/2008/layout/LinedList"/>
    <dgm:cxn modelId="{30AEC934-F966-4DDE-83F5-31B33F623D53}" type="presParOf" srcId="{25F6DC3A-2D88-48AE-A8A0-DD7C6BF39013}" destId="{ABAED8B9-50B9-46B6-82BC-5DCFF3DAC3E8}" srcOrd="2" destOrd="0" presId="urn:microsoft.com/office/officeart/2008/layout/LinedList"/>
    <dgm:cxn modelId="{29FF53B6-F06F-49AC-9FDE-6DC9D30F75ED}" type="presParOf" srcId="{25F6DC3A-2D88-48AE-A8A0-DD7C6BF39013}" destId="{DFC2B8A5-B0E6-49EA-9922-436C373858C0}" srcOrd="3" destOrd="0" presId="urn:microsoft.com/office/officeart/2008/layout/LinedList"/>
    <dgm:cxn modelId="{D7FB1510-0517-4C78-9523-0F81649ED5DA}" type="presParOf" srcId="{DFC2B8A5-B0E6-49EA-9922-436C373858C0}" destId="{34B9EEF5-D557-45E7-909A-1ACF04B8FE98}" srcOrd="0" destOrd="0" presId="urn:microsoft.com/office/officeart/2008/layout/LinedList"/>
    <dgm:cxn modelId="{F0237311-CD43-438E-83AF-CDC95715E5B3}" type="presParOf" srcId="{DFC2B8A5-B0E6-49EA-9922-436C373858C0}" destId="{0CB57807-2E8D-452F-87CE-EBC5BB49259E}" srcOrd="1" destOrd="0" presId="urn:microsoft.com/office/officeart/2008/layout/LinedList"/>
    <dgm:cxn modelId="{4A015C42-17B2-4127-BDD5-A05A3F96BC8A}" type="presParOf" srcId="{25F6DC3A-2D88-48AE-A8A0-DD7C6BF39013}" destId="{FB13F52E-C85C-4257-AD7E-5E328403C596}" srcOrd="4" destOrd="0" presId="urn:microsoft.com/office/officeart/2008/layout/LinedList"/>
    <dgm:cxn modelId="{604C43FF-F4CD-48F5-AAD1-11BA2250343B}" type="presParOf" srcId="{25F6DC3A-2D88-48AE-A8A0-DD7C6BF39013}" destId="{A55BA37D-43A9-4243-AC81-DB17512711A9}" srcOrd="5" destOrd="0" presId="urn:microsoft.com/office/officeart/2008/layout/LinedList"/>
    <dgm:cxn modelId="{24135E70-E9E9-4E3B-BDB1-4625984B9372}" type="presParOf" srcId="{A55BA37D-43A9-4243-AC81-DB17512711A9}" destId="{C2DFFE78-40A8-41BB-BE5C-96193AB4A18B}" srcOrd="0" destOrd="0" presId="urn:microsoft.com/office/officeart/2008/layout/LinedList"/>
    <dgm:cxn modelId="{059FC19A-CB23-4E31-9560-BB02422E1D6B}" type="presParOf" srcId="{A55BA37D-43A9-4243-AC81-DB17512711A9}" destId="{CD609B86-FD4F-4D8F-9A68-057E1016780D}" srcOrd="1" destOrd="0" presId="urn:microsoft.com/office/officeart/2008/layout/LinedList"/>
    <dgm:cxn modelId="{0059FBC1-3103-4D21-B5AE-CA3381D17D4A}" type="presParOf" srcId="{25F6DC3A-2D88-48AE-A8A0-DD7C6BF39013}" destId="{9FEBCDF5-3FB3-4434-A098-489F4FB7FB15}" srcOrd="6" destOrd="0" presId="urn:microsoft.com/office/officeart/2008/layout/LinedList"/>
    <dgm:cxn modelId="{05AD9021-6964-4C7C-8758-B20E01813B2A}" type="presParOf" srcId="{25F6DC3A-2D88-48AE-A8A0-DD7C6BF39013}" destId="{90157949-01C5-4D05-9BB5-A2ACB0AE9D9E}" srcOrd="7" destOrd="0" presId="urn:microsoft.com/office/officeart/2008/layout/LinedList"/>
    <dgm:cxn modelId="{30E97274-E8F3-41B1-AC78-0A68FBEC49DD}" type="presParOf" srcId="{90157949-01C5-4D05-9BB5-A2ACB0AE9D9E}" destId="{B20CCB59-D973-4536-98EC-EFFFBF6418F2}" srcOrd="0" destOrd="0" presId="urn:microsoft.com/office/officeart/2008/layout/LinedList"/>
    <dgm:cxn modelId="{18453ED0-6DB4-4500-936F-A7352521C7CD}" type="presParOf" srcId="{90157949-01C5-4D05-9BB5-A2ACB0AE9D9E}" destId="{9878AB89-DDA8-47C5-BF4C-366FA4D240D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CA22B30-BFE8-4C6A-B6B7-7E22246A691B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E6B2206-6B9A-4724-BBC4-58144A9B82F6}">
      <dgm:prSet/>
      <dgm:spPr/>
      <dgm:t>
        <a:bodyPr/>
        <a:lstStyle/>
        <a:p>
          <a:r>
            <a:rPr lang="en-US"/>
            <a:t>Auto Reply &amp; Intent Detection</a:t>
          </a:r>
        </a:p>
      </dgm:t>
    </dgm:pt>
    <dgm:pt modelId="{69A07B6A-5DD6-4D6F-9119-224D1BDBA6A0}" type="parTrans" cxnId="{7E1BB767-DC9D-4311-8ACE-5DBEC9182AB5}">
      <dgm:prSet/>
      <dgm:spPr/>
      <dgm:t>
        <a:bodyPr/>
        <a:lstStyle/>
        <a:p>
          <a:endParaRPr lang="en-US"/>
        </a:p>
      </dgm:t>
    </dgm:pt>
    <dgm:pt modelId="{D48AC671-B8B2-40B5-B746-53F7A94074FB}" type="sibTrans" cxnId="{7E1BB767-DC9D-4311-8ACE-5DBEC9182AB5}">
      <dgm:prSet/>
      <dgm:spPr/>
      <dgm:t>
        <a:bodyPr/>
        <a:lstStyle/>
        <a:p>
          <a:endParaRPr lang="en-US"/>
        </a:p>
      </dgm:t>
    </dgm:pt>
    <dgm:pt modelId="{D51C0837-1AE1-4A9D-B1C3-A2B5760436F9}">
      <dgm:prSet/>
      <dgm:spPr/>
      <dgm:t>
        <a:bodyPr/>
        <a:lstStyle/>
        <a:p>
          <a:r>
            <a:rPr lang="en-US"/>
            <a:t>Quick Menu / Rich Menu Shortcuts</a:t>
          </a:r>
        </a:p>
      </dgm:t>
    </dgm:pt>
    <dgm:pt modelId="{434EB9B4-4BBD-4568-9D4D-F1696B6973E5}" type="parTrans" cxnId="{08AF14E1-9C3B-4F89-BF2F-5CF5F914A920}">
      <dgm:prSet/>
      <dgm:spPr/>
      <dgm:t>
        <a:bodyPr/>
        <a:lstStyle/>
        <a:p>
          <a:endParaRPr lang="en-US"/>
        </a:p>
      </dgm:t>
    </dgm:pt>
    <dgm:pt modelId="{C71D0A62-8A57-4C37-BAE5-9EA15BE2BB41}" type="sibTrans" cxnId="{08AF14E1-9C3B-4F89-BF2F-5CF5F914A920}">
      <dgm:prSet/>
      <dgm:spPr/>
      <dgm:t>
        <a:bodyPr/>
        <a:lstStyle/>
        <a:p>
          <a:endParaRPr lang="en-US"/>
        </a:p>
      </dgm:t>
    </dgm:pt>
    <dgm:pt modelId="{2DBF99F5-D466-4E90-ACBE-55CFBBFF62FA}">
      <dgm:prSet/>
      <dgm:spPr/>
      <dgm:t>
        <a:bodyPr/>
        <a:lstStyle/>
        <a:p>
          <a:r>
            <a:rPr lang="en-US"/>
            <a:t>Create / Follow-up Ticket</a:t>
          </a:r>
        </a:p>
      </dgm:t>
    </dgm:pt>
    <dgm:pt modelId="{6EF4297B-0326-41C9-A24C-873D2FDEFC58}" type="parTrans" cxnId="{952DE12F-AC2F-4B42-A17B-40F7E14C951E}">
      <dgm:prSet/>
      <dgm:spPr/>
      <dgm:t>
        <a:bodyPr/>
        <a:lstStyle/>
        <a:p>
          <a:endParaRPr lang="en-US"/>
        </a:p>
      </dgm:t>
    </dgm:pt>
    <dgm:pt modelId="{FF1A6768-4CFB-4806-89F8-11DC8CDC695A}" type="sibTrans" cxnId="{952DE12F-AC2F-4B42-A17B-40F7E14C951E}">
      <dgm:prSet/>
      <dgm:spPr/>
      <dgm:t>
        <a:bodyPr/>
        <a:lstStyle/>
        <a:p>
          <a:endParaRPr lang="en-US"/>
        </a:p>
      </dgm:t>
    </dgm:pt>
    <dgm:pt modelId="{6A1329F0-830D-4094-9701-36B9DA6BCD1A}">
      <dgm:prSet/>
      <dgm:spPr/>
      <dgm:t>
        <a:bodyPr/>
        <a:lstStyle/>
        <a:p>
          <a:r>
            <a:rPr lang="en-US"/>
            <a:t>Check Ticket Status</a:t>
          </a:r>
        </a:p>
      </dgm:t>
    </dgm:pt>
    <dgm:pt modelId="{06541CEA-9355-458B-BF9D-F872D653F7FA}" type="parTrans" cxnId="{F75E1CCC-139F-4EC8-9B45-9EAD5342BA7A}">
      <dgm:prSet/>
      <dgm:spPr/>
      <dgm:t>
        <a:bodyPr/>
        <a:lstStyle/>
        <a:p>
          <a:endParaRPr lang="en-US"/>
        </a:p>
      </dgm:t>
    </dgm:pt>
    <dgm:pt modelId="{09731FA3-8E09-41E3-B6FB-97299ADAC40D}" type="sibTrans" cxnId="{F75E1CCC-139F-4EC8-9B45-9EAD5342BA7A}">
      <dgm:prSet/>
      <dgm:spPr/>
      <dgm:t>
        <a:bodyPr/>
        <a:lstStyle/>
        <a:p>
          <a:endParaRPr lang="en-US"/>
        </a:p>
      </dgm:t>
    </dgm:pt>
    <dgm:pt modelId="{76CD040A-3E46-4697-85A1-C3628354994D}">
      <dgm:prSet/>
      <dgm:spPr/>
      <dgm:t>
        <a:bodyPr/>
        <a:lstStyle/>
        <a:p>
          <a:r>
            <a:rPr lang="en-US"/>
            <a:t>Search Solution / KB</a:t>
          </a:r>
        </a:p>
      </dgm:t>
    </dgm:pt>
    <dgm:pt modelId="{12C9B2A8-4BF5-4562-9259-750C8057A4CC}" type="parTrans" cxnId="{0427217A-9B16-42F0-B301-762D623415EA}">
      <dgm:prSet/>
      <dgm:spPr/>
      <dgm:t>
        <a:bodyPr/>
        <a:lstStyle/>
        <a:p>
          <a:endParaRPr lang="en-US"/>
        </a:p>
      </dgm:t>
    </dgm:pt>
    <dgm:pt modelId="{2BCAA138-0F49-4BA5-AC7A-F0DEE96E4DFB}" type="sibTrans" cxnId="{0427217A-9B16-42F0-B301-762D623415EA}">
      <dgm:prSet/>
      <dgm:spPr/>
      <dgm:t>
        <a:bodyPr/>
        <a:lstStyle/>
        <a:p>
          <a:endParaRPr lang="en-US"/>
        </a:p>
      </dgm:t>
    </dgm:pt>
    <dgm:pt modelId="{1BC64FFE-E899-4644-ADF1-B17239BD2143}" type="pres">
      <dgm:prSet presAssocID="{3CA22B30-BFE8-4C6A-B6B7-7E22246A691B}" presName="vert0" presStyleCnt="0">
        <dgm:presLayoutVars>
          <dgm:dir/>
          <dgm:animOne val="branch"/>
          <dgm:animLvl val="lvl"/>
        </dgm:presLayoutVars>
      </dgm:prSet>
      <dgm:spPr/>
    </dgm:pt>
    <dgm:pt modelId="{2E1C9762-1DC3-43C4-AD21-302E862B77FA}" type="pres">
      <dgm:prSet presAssocID="{1E6B2206-6B9A-4724-BBC4-58144A9B82F6}" presName="thickLine" presStyleLbl="alignNode1" presStyleIdx="0" presStyleCnt="5"/>
      <dgm:spPr/>
    </dgm:pt>
    <dgm:pt modelId="{4BBAAF70-64B2-49A4-A8AD-C137B45FA84F}" type="pres">
      <dgm:prSet presAssocID="{1E6B2206-6B9A-4724-BBC4-58144A9B82F6}" presName="horz1" presStyleCnt="0"/>
      <dgm:spPr/>
    </dgm:pt>
    <dgm:pt modelId="{55C2B8F3-BE2A-43D1-9722-A4B389F26372}" type="pres">
      <dgm:prSet presAssocID="{1E6B2206-6B9A-4724-BBC4-58144A9B82F6}" presName="tx1" presStyleLbl="revTx" presStyleIdx="0" presStyleCnt="5"/>
      <dgm:spPr/>
    </dgm:pt>
    <dgm:pt modelId="{93949385-DB75-4FF5-9B46-3372D6D19302}" type="pres">
      <dgm:prSet presAssocID="{1E6B2206-6B9A-4724-BBC4-58144A9B82F6}" presName="vert1" presStyleCnt="0"/>
      <dgm:spPr/>
    </dgm:pt>
    <dgm:pt modelId="{F106CD18-6942-4DC6-BC1D-5E8100966B47}" type="pres">
      <dgm:prSet presAssocID="{D51C0837-1AE1-4A9D-B1C3-A2B5760436F9}" presName="thickLine" presStyleLbl="alignNode1" presStyleIdx="1" presStyleCnt="5"/>
      <dgm:spPr/>
    </dgm:pt>
    <dgm:pt modelId="{388ABBEF-FAB9-4F62-A86B-2EEAB08325C0}" type="pres">
      <dgm:prSet presAssocID="{D51C0837-1AE1-4A9D-B1C3-A2B5760436F9}" presName="horz1" presStyleCnt="0"/>
      <dgm:spPr/>
    </dgm:pt>
    <dgm:pt modelId="{B4A8EED1-D637-4EB7-BAC8-D509ABC448D2}" type="pres">
      <dgm:prSet presAssocID="{D51C0837-1AE1-4A9D-B1C3-A2B5760436F9}" presName="tx1" presStyleLbl="revTx" presStyleIdx="1" presStyleCnt="5"/>
      <dgm:spPr/>
    </dgm:pt>
    <dgm:pt modelId="{C3408447-8ECE-462E-AF08-60FBFE774CAF}" type="pres">
      <dgm:prSet presAssocID="{D51C0837-1AE1-4A9D-B1C3-A2B5760436F9}" presName="vert1" presStyleCnt="0"/>
      <dgm:spPr/>
    </dgm:pt>
    <dgm:pt modelId="{B3FFEA6B-B222-4230-84B3-41DC1F081758}" type="pres">
      <dgm:prSet presAssocID="{2DBF99F5-D466-4E90-ACBE-55CFBBFF62FA}" presName="thickLine" presStyleLbl="alignNode1" presStyleIdx="2" presStyleCnt="5"/>
      <dgm:spPr/>
    </dgm:pt>
    <dgm:pt modelId="{0DDE449C-A31C-4D9E-B94C-C99DD7368EB7}" type="pres">
      <dgm:prSet presAssocID="{2DBF99F5-D466-4E90-ACBE-55CFBBFF62FA}" presName="horz1" presStyleCnt="0"/>
      <dgm:spPr/>
    </dgm:pt>
    <dgm:pt modelId="{388607A5-FF27-41B2-A668-08834CDDF7A3}" type="pres">
      <dgm:prSet presAssocID="{2DBF99F5-D466-4E90-ACBE-55CFBBFF62FA}" presName="tx1" presStyleLbl="revTx" presStyleIdx="2" presStyleCnt="5"/>
      <dgm:spPr/>
    </dgm:pt>
    <dgm:pt modelId="{E6B46FE4-6B5B-4C2A-A1B6-72A8E518486A}" type="pres">
      <dgm:prSet presAssocID="{2DBF99F5-D466-4E90-ACBE-55CFBBFF62FA}" presName="vert1" presStyleCnt="0"/>
      <dgm:spPr/>
    </dgm:pt>
    <dgm:pt modelId="{D5C060A7-BEEA-4F50-8D59-70154DDE0912}" type="pres">
      <dgm:prSet presAssocID="{6A1329F0-830D-4094-9701-36B9DA6BCD1A}" presName="thickLine" presStyleLbl="alignNode1" presStyleIdx="3" presStyleCnt="5"/>
      <dgm:spPr/>
    </dgm:pt>
    <dgm:pt modelId="{BFF95DB9-1D46-4267-BEC3-04E1E756919F}" type="pres">
      <dgm:prSet presAssocID="{6A1329F0-830D-4094-9701-36B9DA6BCD1A}" presName="horz1" presStyleCnt="0"/>
      <dgm:spPr/>
    </dgm:pt>
    <dgm:pt modelId="{80AEE276-BEBC-4D8E-9448-E0AD427A7497}" type="pres">
      <dgm:prSet presAssocID="{6A1329F0-830D-4094-9701-36B9DA6BCD1A}" presName="tx1" presStyleLbl="revTx" presStyleIdx="3" presStyleCnt="5"/>
      <dgm:spPr/>
    </dgm:pt>
    <dgm:pt modelId="{2E2BC260-E326-4891-83FF-616E65885C1E}" type="pres">
      <dgm:prSet presAssocID="{6A1329F0-830D-4094-9701-36B9DA6BCD1A}" presName="vert1" presStyleCnt="0"/>
      <dgm:spPr/>
    </dgm:pt>
    <dgm:pt modelId="{0904847F-EC0E-4126-8DBD-70321393A0FF}" type="pres">
      <dgm:prSet presAssocID="{76CD040A-3E46-4697-85A1-C3628354994D}" presName="thickLine" presStyleLbl="alignNode1" presStyleIdx="4" presStyleCnt="5"/>
      <dgm:spPr/>
    </dgm:pt>
    <dgm:pt modelId="{FEDE7A2A-02CF-40FF-9CD2-755E51F8C3FD}" type="pres">
      <dgm:prSet presAssocID="{76CD040A-3E46-4697-85A1-C3628354994D}" presName="horz1" presStyleCnt="0"/>
      <dgm:spPr/>
    </dgm:pt>
    <dgm:pt modelId="{91912FD2-3583-4388-BC32-8603E1AF273D}" type="pres">
      <dgm:prSet presAssocID="{76CD040A-3E46-4697-85A1-C3628354994D}" presName="tx1" presStyleLbl="revTx" presStyleIdx="4" presStyleCnt="5"/>
      <dgm:spPr/>
    </dgm:pt>
    <dgm:pt modelId="{D0D6EEF8-9ED8-4299-85DB-5E02932221C5}" type="pres">
      <dgm:prSet presAssocID="{76CD040A-3E46-4697-85A1-C3628354994D}" presName="vert1" presStyleCnt="0"/>
      <dgm:spPr/>
    </dgm:pt>
  </dgm:ptLst>
  <dgm:cxnLst>
    <dgm:cxn modelId="{5701172E-A662-47B7-ADCD-1B5104EFD0F8}" type="presOf" srcId="{76CD040A-3E46-4697-85A1-C3628354994D}" destId="{91912FD2-3583-4388-BC32-8603E1AF273D}" srcOrd="0" destOrd="0" presId="urn:microsoft.com/office/officeart/2008/layout/LinedList"/>
    <dgm:cxn modelId="{207F4C2E-E128-4DBC-9619-A25E970EC65D}" type="presOf" srcId="{1E6B2206-6B9A-4724-BBC4-58144A9B82F6}" destId="{55C2B8F3-BE2A-43D1-9722-A4B389F26372}" srcOrd="0" destOrd="0" presId="urn:microsoft.com/office/officeart/2008/layout/LinedList"/>
    <dgm:cxn modelId="{952DE12F-AC2F-4B42-A17B-40F7E14C951E}" srcId="{3CA22B30-BFE8-4C6A-B6B7-7E22246A691B}" destId="{2DBF99F5-D466-4E90-ACBE-55CFBBFF62FA}" srcOrd="2" destOrd="0" parTransId="{6EF4297B-0326-41C9-A24C-873D2FDEFC58}" sibTransId="{FF1A6768-4CFB-4806-89F8-11DC8CDC695A}"/>
    <dgm:cxn modelId="{FB607A3B-0410-41B9-A0B8-146A97E5AFB9}" type="presOf" srcId="{2DBF99F5-D466-4E90-ACBE-55CFBBFF62FA}" destId="{388607A5-FF27-41B2-A668-08834CDDF7A3}" srcOrd="0" destOrd="0" presId="urn:microsoft.com/office/officeart/2008/layout/LinedList"/>
    <dgm:cxn modelId="{7E1BB767-DC9D-4311-8ACE-5DBEC9182AB5}" srcId="{3CA22B30-BFE8-4C6A-B6B7-7E22246A691B}" destId="{1E6B2206-6B9A-4724-BBC4-58144A9B82F6}" srcOrd="0" destOrd="0" parTransId="{69A07B6A-5DD6-4D6F-9119-224D1BDBA6A0}" sibTransId="{D48AC671-B8B2-40B5-B746-53F7A94074FB}"/>
    <dgm:cxn modelId="{0E183175-C46E-46E2-9D5F-F65616F1F70D}" type="presOf" srcId="{D51C0837-1AE1-4A9D-B1C3-A2B5760436F9}" destId="{B4A8EED1-D637-4EB7-BAC8-D509ABC448D2}" srcOrd="0" destOrd="0" presId="urn:microsoft.com/office/officeart/2008/layout/LinedList"/>
    <dgm:cxn modelId="{0427217A-9B16-42F0-B301-762D623415EA}" srcId="{3CA22B30-BFE8-4C6A-B6B7-7E22246A691B}" destId="{76CD040A-3E46-4697-85A1-C3628354994D}" srcOrd="4" destOrd="0" parTransId="{12C9B2A8-4BF5-4562-9259-750C8057A4CC}" sibTransId="{2BCAA138-0F49-4BA5-AC7A-F0DEE96E4DFB}"/>
    <dgm:cxn modelId="{6562227B-63FC-4040-B6C1-7269840F23C4}" type="presOf" srcId="{6A1329F0-830D-4094-9701-36B9DA6BCD1A}" destId="{80AEE276-BEBC-4D8E-9448-E0AD427A7497}" srcOrd="0" destOrd="0" presId="urn:microsoft.com/office/officeart/2008/layout/LinedList"/>
    <dgm:cxn modelId="{F75E1CCC-139F-4EC8-9B45-9EAD5342BA7A}" srcId="{3CA22B30-BFE8-4C6A-B6B7-7E22246A691B}" destId="{6A1329F0-830D-4094-9701-36B9DA6BCD1A}" srcOrd="3" destOrd="0" parTransId="{06541CEA-9355-458B-BF9D-F872D653F7FA}" sibTransId="{09731FA3-8E09-41E3-B6FB-97299ADAC40D}"/>
    <dgm:cxn modelId="{B6E542D3-EEF7-467F-BDFA-E43062873412}" type="presOf" srcId="{3CA22B30-BFE8-4C6A-B6B7-7E22246A691B}" destId="{1BC64FFE-E899-4644-ADF1-B17239BD2143}" srcOrd="0" destOrd="0" presId="urn:microsoft.com/office/officeart/2008/layout/LinedList"/>
    <dgm:cxn modelId="{08AF14E1-9C3B-4F89-BF2F-5CF5F914A920}" srcId="{3CA22B30-BFE8-4C6A-B6B7-7E22246A691B}" destId="{D51C0837-1AE1-4A9D-B1C3-A2B5760436F9}" srcOrd="1" destOrd="0" parTransId="{434EB9B4-4BBD-4568-9D4D-F1696B6973E5}" sibTransId="{C71D0A62-8A57-4C37-BAE5-9EA15BE2BB41}"/>
    <dgm:cxn modelId="{3C1A069D-AF66-4387-91D0-60636DEC8BA5}" type="presParOf" srcId="{1BC64FFE-E899-4644-ADF1-B17239BD2143}" destId="{2E1C9762-1DC3-43C4-AD21-302E862B77FA}" srcOrd="0" destOrd="0" presId="urn:microsoft.com/office/officeart/2008/layout/LinedList"/>
    <dgm:cxn modelId="{897788D2-47D2-4053-93F2-90CB793454A9}" type="presParOf" srcId="{1BC64FFE-E899-4644-ADF1-B17239BD2143}" destId="{4BBAAF70-64B2-49A4-A8AD-C137B45FA84F}" srcOrd="1" destOrd="0" presId="urn:microsoft.com/office/officeart/2008/layout/LinedList"/>
    <dgm:cxn modelId="{46CBD563-D3F9-44C4-93C2-862B6BBED50A}" type="presParOf" srcId="{4BBAAF70-64B2-49A4-A8AD-C137B45FA84F}" destId="{55C2B8F3-BE2A-43D1-9722-A4B389F26372}" srcOrd="0" destOrd="0" presId="urn:microsoft.com/office/officeart/2008/layout/LinedList"/>
    <dgm:cxn modelId="{90BE4E1E-2A81-4F02-BCFA-42D52CCE3E7A}" type="presParOf" srcId="{4BBAAF70-64B2-49A4-A8AD-C137B45FA84F}" destId="{93949385-DB75-4FF5-9B46-3372D6D19302}" srcOrd="1" destOrd="0" presId="urn:microsoft.com/office/officeart/2008/layout/LinedList"/>
    <dgm:cxn modelId="{CA4C3CED-1AA2-490F-9E42-84B2AEAD5E27}" type="presParOf" srcId="{1BC64FFE-E899-4644-ADF1-B17239BD2143}" destId="{F106CD18-6942-4DC6-BC1D-5E8100966B47}" srcOrd="2" destOrd="0" presId="urn:microsoft.com/office/officeart/2008/layout/LinedList"/>
    <dgm:cxn modelId="{8A618676-DA86-4205-9C62-D60ED536720E}" type="presParOf" srcId="{1BC64FFE-E899-4644-ADF1-B17239BD2143}" destId="{388ABBEF-FAB9-4F62-A86B-2EEAB08325C0}" srcOrd="3" destOrd="0" presId="urn:microsoft.com/office/officeart/2008/layout/LinedList"/>
    <dgm:cxn modelId="{96AA3E3A-11B5-4A3E-87A0-6B1852B597EC}" type="presParOf" srcId="{388ABBEF-FAB9-4F62-A86B-2EEAB08325C0}" destId="{B4A8EED1-D637-4EB7-BAC8-D509ABC448D2}" srcOrd="0" destOrd="0" presId="urn:microsoft.com/office/officeart/2008/layout/LinedList"/>
    <dgm:cxn modelId="{3BFC0EB9-CDF7-47C4-82CA-57C98D603F24}" type="presParOf" srcId="{388ABBEF-FAB9-4F62-A86B-2EEAB08325C0}" destId="{C3408447-8ECE-462E-AF08-60FBFE774CAF}" srcOrd="1" destOrd="0" presId="urn:microsoft.com/office/officeart/2008/layout/LinedList"/>
    <dgm:cxn modelId="{DE64C6C2-4903-449D-A76D-8E97FC508901}" type="presParOf" srcId="{1BC64FFE-E899-4644-ADF1-B17239BD2143}" destId="{B3FFEA6B-B222-4230-84B3-41DC1F081758}" srcOrd="4" destOrd="0" presId="urn:microsoft.com/office/officeart/2008/layout/LinedList"/>
    <dgm:cxn modelId="{B93C2A70-55EF-43FF-BC63-CA3B2B194B2D}" type="presParOf" srcId="{1BC64FFE-E899-4644-ADF1-B17239BD2143}" destId="{0DDE449C-A31C-4D9E-B94C-C99DD7368EB7}" srcOrd="5" destOrd="0" presId="urn:microsoft.com/office/officeart/2008/layout/LinedList"/>
    <dgm:cxn modelId="{20409112-5E7A-4766-9813-26DE872B4AD4}" type="presParOf" srcId="{0DDE449C-A31C-4D9E-B94C-C99DD7368EB7}" destId="{388607A5-FF27-41B2-A668-08834CDDF7A3}" srcOrd="0" destOrd="0" presId="urn:microsoft.com/office/officeart/2008/layout/LinedList"/>
    <dgm:cxn modelId="{115A4EAF-5C06-4656-A9BF-7E2F13950CD7}" type="presParOf" srcId="{0DDE449C-A31C-4D9E-B94C-C99DD7368EB7}" destId="{E6B46FE4-6B5B-4C2A-A1B6-72A8E518486A}" srcOrd="1" destOrd="0" presId="urn:microsoft.com/office/officeart/2008/layout/LinedList"/>
    <dgm:cxn modelId="{26D6619B-06E6-4013-9034-836A0C5A3867}" type="presParOf" srcId="{1BC64FFE-E899-4644-ADF1-B17239BD2143}" destId="{D5C060A7-BEEA-4F50-8D59-70154DDE0912}" srcOrd="6" destOrd="0" presId="urn:microsoft.com/office/officeart/2008/layout/LinedList"/>
    <dgm:cxn modelId="{65CD44D8-688E-4CC1-9E97-D52E9ED6F223}" type="presParOf" srcId="{1BC64FFE-E899-4644-ADF1-B17239BD2143}" destId="{BFF95DB9-1D46-4267-BEC3-04E1E756919F}" srcOrd="7" destOrd="0" presId="urn:microsoft.com/office/officeart/2008/layout/LinedList"/>
    <dgm:cxn modelId="{07317D53-DDFF-4452-98CA-A57E72326AD5}" type="presParOf" srcId="{BFF95DB9-1D46-4267-BEC3-04E1E756919F}" destId="{80AEE276-BEBC-4D8E-9448-E0AD427A7497}" srcOrd="0" destOrd="0" presId="urn:microsoft.com/office/officeart/2008/layout/LinedList"/>
    <dgm:cxn modelId="{69BFFC08-978D-4841-9015-CD750E57AD29}" type="presParOf" srcId="{BFF95DB9-1D46-4267-BEC3-04E1E756919F}" destId="{2E2BC260-E326-4891-83FF-616E65885C1E}" srcOrd="1" destOrd="0" presId="urn:microsoft.com/office/officeart/2008/layout/LinedList"/>
    <dgm:cxn modelId="{16D36E56-F5F5-4F02-92BE-A41E483F4DA0}" type="presParOf" srcId="{1BC64FFE-E899-4644-ADF1-B17239BD2143}" destId="{0904847F-EC0E-4126-8DBD-70321393A0FF}" srcOrd="8" destOrd="0" presId="urn:microsoft.com/office/officeart/2008/layout/LinedList"/>
    <dgm:cxn modelId="{3E9EBA7C-C694-43C0-99BA-8398EC510C62}" type="presParOf" srcId="{1BC64FFE-E899-4644-ADF1-B17239BD2143}" destId="{FEDE7A2A-02CF-40FF-9CD2-755E51F8C3FD}" srcOrd="9" destOrd="0" presId="urn:microsoft.com/office/officeart/2008/layout/LinedList"/>
    <dgm:cxn modelId="{184037D4-CE9D-431D-8CCF-94F517161A1A}" type="presParOf" srcId="{FEDE7A2A-02CF-40FF-9CD2-755E51F8C3FD}" destId="{91912FD2-3583-4388-BC32-8603E1AF273D}" srcOrd="0" destOrd="0" presId="urn:microsoft.com/office/officeart/2008/layout/LinedList"/>
    <dgm:cxn modelId="{CF6C2293-941B-4A83-B7BE-F19D413510C9}" type="presParOf" srcId="{FEDE7A2A-02CF-40FF-9CD2-755E51F8C3FD}" destId="{D0D6EEF8-9ED8-4299-85DB-5E02932221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E2A3C2-2258-40DC-8089-DB043A626EB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DDBB3D0E-3E2E-4E98-995E-74E1D9B3B427}">
      <dgm:prSet/>
      <dgm:spPr/>
      <dgm:t>
        <a:bodyPr/>
        <a:lstStyle/>
        <a:p>
          <a:r>
            <a:rPr lang="en-US"/>
            <a:t>Option 1: Self-host n8n (On-Prem / VM / Cloud VM)</a:t>
          </a:r>
        </a:p>
      </dgm:t>
    </dgm:pt>
    <dgm:pt modelId="{44E2B8E7-B4B5-4DB2-88BC-DB4D4D836D1D}" type="parTrans" cxnId="{05FB66EF-539D-413A-B627-F12BB8B6ECBD}">
      <dgm:prSet/>
      <dgm:spPr/>
      <dgm:t>
        <a:bodyPr/>
        <a:lstStyle/>
        <a:p>
          <a:endParaRPr lang="en-US"/>
        </a:p>
      </dgm:t>
    </dgm:pt>
    <dgm:pt modelId="{31EEDE47-A52B-4CCE-BFC2-959CFB3BDFB0}" type="sibTrans" cxnId="{05FB66EF-539D-413A-B627-F12BB8B6ECBD}">
      <dgm:prSet/>
      <dgm:spPr/>
      <dgm:t>
        <a:bodyPr/>
        <a:lstStyle/>
        <a:p>
          <a:endParaRPr lang="en-US"/>
        </a:p>
      </dgm:t>
    </dgm:pt>
    <dgm:pt modelId="{37FA9500-1338-4EB4-8185-16C135CA1510}">
      <dgm:prSet/>
      <dgm:spPr/>
      <dgm:t>
        <a:bodyPr/>
        <a:lstStyle/>
        <a:p>
          <a:r>
            <a:rPr lang="en-US" dirty="0"/>
            <a:t>Option 2: n8n Cloud (Subscription)</a:t>
          </a:r>
        </a:p>
      </dgm:t>
    </dgm:pt>
    <dgm:pt modelId="{2A7A0F19-3B5E-483D-8A25-4105B980706D}" type="parTrans" cxnId="{EDCCA538-0084-40BD-9362-793BE51EE4B7}">
      <dgm:prSet/>
      <dgm:spPr/>
      <dgm:t>
        <a:bodyPr/>
        <a:lstStyle/>
        <a:p>
          <a:endParaRPr lang="en-US"/>
        </a:p>
      </dgm:t>
    </dgm:pt>
    <dgm:pt modelId="{1BA27D43-5E6D-43C8-B5D0-7B4F7AF35374}" type="sibTrans" cxnId="{EDCCA538-0084-40BD-9362-793BE51EE4B7}">
      <dgm:prSet/>
      <dgm:spPr/>
      <dgm:t>
        <a:bodyPr/>
        <a:lstStyle/>
        <a:p>
          <a:endParaRPr lang="en-US"/>
        </a:p>
      </dgm:t>
    </dgm:pt>
    <dgm:pt modelId="{6884F208-260A-488B-A874-27698743CAB7}" type="pres">
      <dgm:prSet presAssocID="{62E2A3C2-2258-40DC-8089-DB043A626EB9}" presName="vert0" presStyleCnt="0">
        <dgm:presLayoutVars>
          <dgm:dir/>
          <dgm:animOne val="branch"/>
          <dgm:animLvl val="lvl"/>
        </dgm:presLayoutVars>
      </dgm:prSet>
      <dgm:spPr/>
    </dgm:pt>
    <dgm:pt modelId="{05B7FEFD-F226-41B0-9C39-5718F91856DF}" type="pres">
      <dgm:prSet presAssocID="{DDBB3D0E-3E2E-4E98-995E-74E1D9B3B427}" presName="thickLine" presStyleLbl="alignNode1" presStyleIdx="0" presStyleCnt="2"/>
      <dgm:spPr/>
    </dgm:pt>
    <dgm:pt modelId="{CC20AA9A-FE56-425C-AE34-621E19E8339C}" type="pres">
      <dgm:prSet presAssocID="{DDBB3D0E-3E2E-4E98-995E-74E1D9B3B427}" presName="horz1" presStyleCnt="0"/>
      <dgm:spPr/>
    </dgm:pt>
    <dgm:pt modelId="{87C40512-A1D4-48D7-8EEF-3C7F7AC0B780}" type="pres">
      <dgm:prSet presAssocID="{DDBB3D0E-3E2E-4E98-995E-74E1D9B3B427}" presName="tx1" presStyleLbl="revTx" presStyleIdx="0" presStyleCnt="2"/>
      <dgm:spPr/>
    </dgm:pt>
    <dgm:pt modelId="{D441028D-3184-4779-A467-675FB249F360}" type="pres">
      <dgm:prSet presAssocID="{DDBB3D0E-3E2E-4E98-995E-74E1D9B3B427}" presName="vert1" presStyleCnt="0"/>
      <dgm:spPr/>
    </dgm:pt>
    <dgm:pt modelId="{D56B4C5E-83A0-47DE-BFA5-3CD4BFB9188B}" type="pres">
      <dgm:prSet presAssocID="{37FA9500-1338-4EB4-8185-16C135CA1510}" presName="thickLine" presStyleLbl="alignNode1" presStyleIdx="1" presStyleCnt="2"/>
      <dgm:spPr/>
    </dgm:pt>
    <dgm:pt modelId="{B4E25F27-B77F-4F50-AABD-61DE760F84B2}" type="pres">
      <dgm:prSet presAssocID="{37FA9500-1338-4EB4-8185-16C135CA1510}" presName="horz1" presStyleCnt="0"/>
      <dgm:spPr/>
    </dgm:pt>
    <dgm:pt modelId="{FF794AB5-E485-4D71-8BDF-B1EFD100807A}" type="pres">
      <dgm:prSet presAssocID="{37FA9500-1338-4EB4-8185-16C135CA1510}" presName="tx1" presStyleLbl="revTx" presStyleIdx="1" presStyleCnt="2"/>
      <dgm:spPr/>
    </dgm:pt>
    <dgm:pt modelId="{44241F50-CB63-46AA-803C-8A1277E648AB}" type="pres">
      <dgm:prSet presAssocID="{37FA9500-1338-4EB4-8185-16C135CA1510}" presName="vert1" presStyleCnt="0"/>
      <dgm:spPr/>
    </dgm:pt>
  </dgm:ptLst>
  <dgm:cxnLst>
    <dgm:cxn modelId="{D631E136-92FD-4FFE-A233-960911E7C99B}" type="presOf" srcId="{37FA9500-1338-4EB4-8185-16C135CA1510}" destId="{FF794AB5-E485-4D71-8BDF-B1EFD100807A}" srcOrd="0" destOrd="0" presId="urn:microsoft.com/office/officeart/2008/layout/LinedList"/>
    <dgm:cxn modelId="{EDCCA538-0084-40BD-9362-793BE51EE4B7}" srcId="{62E2A3C2-2258-40DC-8089-DB043A626EB9}" destId="{37FA9500-1338-4EB4-8185-16C135CA1510}" srcOrd="1" destOrd="0" parTransId="{2A7A0F19-3B5E-483D-8A25-4105B980706D}" sibTransId="{1BA27D43-5E6D-43C8-B5D0-7B4F7AF35374}"/>
    <dgm:cxn modelId="{FE404CC4-8983-4FD3-83AC-7A2F8AC64BDA}" type="presOf" srcId="{DDBB3D0E-3E2E-4E98-995E-74E1D9B3B427}" destId="{87C40512-A1D4-48D7-8EEF-3C7F7AC0B780}" srcOrd="0" destOrd="0" presId="urn:microsoft.com/office/officeart/2008/layout/LinedList"/>
    <dgm:cxn modelId="{0B4E98D5-A54A-40FC-96F8-C4192CA0BF79}" type="presOf" srcId="{62E2A3C2-2258-40DC-8089-DB043A626EB9}" destId="{6884F208-260A-488B-A874-27698743CAB7}" srcOrd="0" destOrd="0" presId="urn:microsoft.com/office/officeart/2008/layout/LinedList"/>
    <dgm:cxn modelId="{05FB66EF-539D-413A-B627-F12BB8B6ECBD}" srcId="{62E2A3C2-2258-40DC-8089-DB043A626EB9}" destId="{DDBB3D0E-3E2E-4E98-995E-74E1D9B3B427}" srcOrd="0" destOrd="0" parTransId="{44E2B8E7-B4B5-4DB2-88BC-DB4D4D836D1D}" sibTransId="{31EEDE47-A52B-4CCE-BFC2-959CFB3BDFB0}"/>
    <dgm:cxn modelId="{2CBCE244-7A71-4C49-98F5-4E876F62EC18}" type="presParOf" srcId="{6884F208-260A-488B-A874-27698743CAB7}" destId="{05B7FEFD-F226-41B0-9C39-5718F91856DF}" srcOrd="0" destOrd="0" presId="urn:microsoft.com/office/officeart/2008/layout/LinedList"/>
    <dgm:cxn modelId="{516A8358-3FC5-43B1-B9A5-BEBA8947CD09}" type="presParOf" srcId="{6884F208-260A-488B-A874-27698743CAB7}" destId="{CC20AA9A-FE56-425C-AE34-621E19E8339C}" srcOrd="1" destOrd="0" presId="urn:microsoft.com/office/officeart/2008/layout/LinedList"/>
    <dgm:cxn modelId="{000C3F04-4C36-4B8C-967C-CDE8178AB8BC}" type="presParOf" srcId="{CC20AA9A-FE56-425C-AE34-621E19E8339C}" destId="{87C40512-A1D4-48D7-8EEF-3C7F7AC0B780}" srcOrd="0" destOrd="0" presId="urn:microsoft.com/office/officeart/2008/layout/LinedList"/>
    <dgm:cxn modelId="{95418625-0EFA-4258-A823-FF453574AA24}" type="presParOf" srcId="{CC20AA9A-FE56-425C-AE34-621E19E8339C}" destId="{D441028D-3184-4779-A467-675FB249F360}" srcOrd="1" destOrd="0" presId="urn:microsoft.com/office/officeart/2008/layout/LinedList"/>
    <dgm:cxn modelId="{C24D2E49-6B3A-4C62-B4AF-5DCE3E7E8848}" type="presParOf" srcId="{6884F208-260A-488B-A874-27698743CAB7}" destId="{D56B4C5E-83A0-47DE-BFA5-3CD4BFB9188B}" srcOrd="2" destOrd="0" presId="urn:microsoft.com/office/officeart/2008/layout/LinedList"/>
    <dgm:cxn modelId="{698E651E-3250-4BE1-8E14-E06B72A41626}" type="presParOf" srcId="{6884F208-260A-488B-A874-27698743CAB7}" destId="{B4E25F27-B77F-4F50-AABD-61DE760F84B2}" srcOrd="3" destOrd="0" presId="urn:microsoft.com/office/officeart/2008/layout/LinedList"/>
    <dgm:cxn modelId="{5B87C1A4-AF81-41D7-8962-CCF44EB9C498}" type="presParOf" srcId="{B4E25F27-B77F-4F50-AABD-61DE760F84B2}" destId="{FF794AB5-E485-4D71-8BDF-B1EFD100807A}" srcOrd="0" destOrd="0" presId="urn:microsoft.com/office/officeart/2008/layout/LinedList"/>
    <dgm:cxn modelId="{8CF018E7-3B17-4F69-BB10-76D669EDAAFA}" type="presParOf" srcId="{B4E25F27-B77F-4F50-AABD-61DE760F84B2}" destId="{44241F50-CB63-46AA-803C-8A1277E648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F92D027-2BA2-41F4-9799-F4BA6C2732E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BBA774D-7DBF-4186-81F8-20804ABC8413}">
      <dgm:prSet/>
      <dgm:spPr/>
      <dgm:t>
        <a:bodyPr/>
        <a:lstStyle/>
        <a:p>
          <a:r>
            <a:rPr lang="en-US"/>
            <a:t>n8n Software: ฟรี (Open Source)</a:t>
          </a:r>
        </a:p>
      </dgm:t>
    </dgm:pt>
    <dgm:pt modelId="{857B9935-485E-4985-BE98-8B2752279410}" type="parTrans" cxnId="{D7C669B3-636D-4D12-8C4B-9FDF6BEDE505}">
      <dgm:prSet/>
      <dgm:spPr/>
      <dgm:t>
        <a:bodyPr/>
        <a:lstStyle/>
        <a:p>
          <a:endParaRPr lang="en-US"/>
        </a:p>
      </dgm:t>
    </dgm:pt>
    <dgm:pt modelId="{A18B48F4-0926-443C-A690-988C3761E05A}" type="sibTrans" cxnId="{D7C669B3-636D-4D12-8C4B-9FDF6BEDE505}">
      <dgm:prSet/>
      <dgm:spPr/>
      <dgm:t>
        <a:bodyPr/>
        <a:lstStyle/>
        <a:p>
          <a:endParaRPr lang="en-US"/>
        </a:p>
      </dgm:t>
    </dgm:pt>
    <dgm:pt modelId="{74DC3A80-A951-46E6-9353-8046FB61ED12}">
      <dgm:prSet/>
      <dgm:spPr/>
      <dgm:t>
        <a:bodyPr/>
        <a:lstStyle/>
        <a:p>
          <a:r>
            <a:rPr lang="en-US"/>
            <a:t>Server VM: 8 vCPU / 16–32 GB RAM / 100 GB SSD</a:t>
          </a:r>
        </a:p>
      </dgm:t>
    </dgm:pt>
    <dgm:pt modelId="{72D55652-9BD3-470A-A0CE-72F7ED44A6F8}" type="parTrans" cxnId="{3DB96615-40AA-4D08-B72A-6F95C7347222}">
      <dgm:prSet/>
      <dgm:spPr/>
      <dgm:t>
        <a:bodyPr/>
        <a:lstStyle/>
        <a:p>
          <a:endParaRPr lang="en-US"/>
        </a:p>
      </dgm:t>
    </dgm:pt>
    <dgm:pt modelId="{56D566FC-5472-46BF-A995-E3CD51BCF3EE}" type="sibTrans" cxnId="{3DB96615-40AA-4D08-B72A-6F95C7347222}">
      <dgm:prSet/>
      <dgm:spPr/>
      <dgm:t>
        <a:bodyPr/>
        <a:lstStyle/>
        <a:p>
          <a:endParaRPr lang="en-US"/>
        </a:p>
      </dgm:t>
    </dgm:pt>
    <dgm:pt modelId="{B31CDB57-B618-4AA7-9089-6D97D3F9C036}">
      <dgm:prSet/>
      <dgm:spPr/>
      <dgm:t>
        <a:bodyPr/>
        <a:lstStyle/>
        <a:p>
          <a:r>
            <a:rPr lang="en-US"/>
            <a:t>OS + Maintenance</a:t>
          </a:r>
        </a:p>
      </dgm:t>
    </dgm:pt>
    <dgm:pt modelId="{C7C74198-ADEE-4A9D-AC5F-4AAF64F194BE}" type="parTrans" cxnId="{2485FAAB-A14D-44CF-A44E-127D28ECBF3D}">
      <dgm:prSet/>
      <dgm:spPr/>
      <dgm:t>
        <a:bodyPr/>
        <a:lstStyle/>
        <a:p>
          <a:endParaRPr lang="en-US"/>
        </a:p>
      </dgm:t>
    </dgm:pt>
    <dgm:pt modelId="{5A18A783-BB2E-4604-A8E5-19805B4CAFDC}" type="sibTrans" cxnId="{2485FAAB-A14D-44CF-A44E-127D28ECBF3D}">
      <dgm:prSet/>
      <dgm:spPr/>
      <dgm:t>
        <a:bodyPr/>
        <a:lstStyle/>
        <a:p>
          <a:endParaRPr lang="en-US"/>
        </a:p>
      </dgm:t>
    </dgm:pt>
    <dgm:pt modelId="{BF88E1F9-4EF1-4E06-BE29-AAFA3188848F}">
      <dgm:prSet/>
      <dgm:spPr/>
      <dgm:t>
        <a:bodyPr/>
        <a:lstStyle/>
        <a:p>
          <a:r>
            <a:rPr lang="en-US"/>
            <a:t>SSL Certificate (ถ้ามี)</a:t>
          </a:r>
        </a:p>
      </dgm:t>
    </dgm:pt>
    <dgm:pt modelId="{8770352B-4FC2-4ED0-9883-CD616E5C0EAE}" type="parTrans" cxnId="{C6AD46DF-4B52-44EA-8693-26EC060CA630}">
      <dgm:prSet/>
      <dgm:spPr/>
      <dgm:t>
        <a:bodyPr/>
        <a:lstStyle/>
        <a:p>
          <a:endParaRPr lang="en-US"/>
        </a:p>
      </dgm:t>
    </dgm:pt>
    <dgm:pt modelId="{906665F3-92B6-4E28-94CB-507E891A93CB}" type="sibTrans" cxnId="{C6AD46DF-4B52-44EA-8693-26EC060CA630}">
      <dgm:prSet/>
      <dgm:spPr/>
      <dgm:t>
        <a:bodyPr/>
        <a:lstStyle/>
        <a:p>
          <a:endParaRPr lang="en-US"/>
        </a:p>
      </dgm:t>
    </dgm:pt>
    <dgm:pt modelId="{439F9ADD-B631-4B3E-80CD-8F341D32E7BE}">
      <dgm:prSet/>
      <dgm:spPr/>
      <dgm:t>
        <a:bodyPr/>
        <a:lstStyle/>
        <a:p>
          <a:r>
            <a:rPr lang="en-US"/>
            <a:t>Implementation &amp; Integration Service</a:t>
          </a:r>
        </a:p>
      </dgm:t>
    </dgm:pt>
    <dgm:pt modelId="{A7EB04AB-4CB0-4F88-B634-3F20BD2579B6}" type="parTrans" cxnId="{288440DE-2B28-404C-BC12-0E43D055C504}">
      <dgm:prSet/>
      <dgm:spPr/>
      <dgm:t>
        <a:bodyPr/>
        <a:lstStyle/>
        <a:p>
          <a:endParaRPr lang="en-US"/>
        </a:p>
      </dgm:t>
    </dgm:pt>
    <dgm:pt modelId="{FD77600F-DDAB-4615-91D2-60A43A892AC4}" type="sibTrans" cxnId="{288440DE-2B28-404C-BC12-0E43D055C504}">
      <dgm:prSet/>
      <dgm:spPr/>
      <dgm:t>
        <a:bodyPr/>
        <a:lstStyle/>
        <a:p>
          <a:endParaRPr lang="en-US"/>
        </a:p>
      </dgm:t>
    </dgm:pt>
    <dgm:pt modelId="{6498758D-E6EF-4F96-977C-C1E803D3E7DD}" type="pres">
      <dgm:prSet presAssocID="{6F92D027-2BA2-41F4-9799-F4BA6C2732E0}" presName="vert0" presStyleCnt="0">
        <dgm:presLayoutVars>
          <dgm:dir/>
          <dgm:animOne val="branch"/>
          <dgm:animLvl val="lvl"/>
        </dgm:presLayoutVars>
      </dgm:prSet>
      <dgm:spPr/>
    </dgm:pt>
    <dgm:pt modelId="{95142192-09F5-4296-BE33-6FECC04370B9}" type="pres">
      <dgm:prSet presAssocID="{BBBA774D-7DBF-4186-81F8-20804ABC8413}" presName="thickLine" presStyleLbl="alignNode1" presStyleIdx="0" presStyleCnt="5"/>
      <dgm:spPr/>
    </dgm:pt>
    <dgm:pt modelId="{2AC6108B-C56C-4E20-A74E-CD5E4FCF99F9}" type="pres">
      <dgm:prSet presAssocID="{BBBA774D-7DBF-4186-81F8-20804ABC8413}" presName="horz1" presStyleCnt="0"/>
      <dgm:spPr/>
    </dgm:pt>
    <dgm:pt modelId="{82A427D2-E79C-448D-9C88-A63BE1D4BB78}" type="pres">
      <dgm:prSet presAssocID="{BBBA774D-7DBF-4186-81F8-20804ABC8413}" presName="tx1" presStyleLbl="revTx" presStyleIdx="0" presStyleCnt="5"/>
      <dgm:spPr/>
    </dgm:pt>
    <dgm:pt modelId="{63DA11F8-63C4-48EA-8E77-9DCB8AAD92B4}" type="pres">
      <dgm:prSet presAssocID="{BBBA774D-7DBF-4186-81F8-20804ABC8413}" presName="vert1" presStyleCnt="0"/>
      <dgm:spPr/>
    </dgm:pt>
    <dgm:pt modelId="{DEC9D415-7611-4B98-8946-1177F5F5EFA5}" type="pres">
      <dgm:prSet presAssocID="{74DC3A80-A951-46E6-9353-8046FB61ED12}" presName="thickLine" presStyleLbl="alignNode1" presStyleIdx="1" presStyleCnt="5"/>
      <dgm:spPr/>
    </dgm:pt>
    <dgm:pt modelId="{F2DD8CE3-D8F7-41F6-95FD-1FAAB03A6FED}" type="pres">
      <dgm:prSet presAssocID="{74DC3A80-A951-46E6-9353-8046FB61ED12}" presName="horz1" presStyleCnt="0"/>
      <dgm:spPr/>
    </dgm:pt>
    <dgm:pt modelId="{848E80E6-DA39-46D3-AB68-CAF13C4EF4B0}" type="pres">
      <dgm:prSet presAssocID="{74DC3A80-A951-46E6-9353-8046FB61ED12}" presName="tx1" presStyleLbl="revTx" presStyleIdx="1" presStyleCnt="5"/>
      <dgm:spPr/>
    </dgm:pt>
    <dgm:pt modelId="{A7B28482-7EF1-44AA-B0EE-07AE1874B6CC}" type="pres">
      <dgm:prSet presAssocID="{74DC3A80-A951-46E6-9353-8046FB61ED12}" presName="vert1" presStyleCnt="0"/>
      <dgm:spPr/>
    </dgm:pt>
    <dgm:pt modelId="{B12B0F43-13C0-4C97-8299-1337399FC8EA}" type="pres">
      <dgm:prSet presAssocID="{B31CDB57-B618-4AA7-9089-6D97D3F9C036}" presName="thickLine" presStyleLbl="alignNode1" presStyleIdx="2" presStyleCnt="5"/>
      <dgm:spPr/>
    </dgm:pt>
    <dgm:pt modelId="{BA65E26C-14D9-48EC-9E48-4E5E7A232348}" type="pres">
      <dgm:prSet presAssocID="{B31CDB57-B618-4AA7-9089-6D97D3F9C036}" presName="horz1" presStyleCnt="0"/>
      <dgm:spPr/>
    </dgm:pt>
    <dgm:pt modelId="{ADBCD498-694D-4E55-8475-6C11E9746604}" type="pres">
      <dgm:prSet presAssocID="{B31CDB57-B618-4AA7-9089-6D97D3F9C036}" presName="tx1" presStyleLbl="revTx" presStyleIdx="2" presStyleCnt="5"/>
      <dgm:spPr/>
    </dgm:pt>
    <dgm:pt modelId="{3F7F876E-019F-4D0F-8DC5-59021556F1E5}" type="pres">
      <dgm:prSet presAssocID="{B31CDB57-B618-4AA7-9089-6D97D3F9C036}" presName="vert1" presStyleCnt="0"/>
      <dgm:spPr/>
    </dgm:pt>
    <dgm:pt modelId="{52097097-79C0-4E18-BF08-CD3FC71DD6BF}" type="pres">
      <dgm:prSet presAssocID="{BF88E1F9-4EF1-4E06-BE29-AAFA3188848F}" presName="thickLine" presStyleLbl="alignNode1" presStyleIdx="3" presStyleCnt="5"/>
      <dgm:spPr/>
    </dgm:pt>
    <dgm:pt modelId="{9D7BC04B-7F92-42CF-9E70-13618F841CFE}" type="pres">
      <dgm:prSet presAssocID="{BF88E1F9-4EF1-4E06-BE29-AAFA3188848F}" presName="horz1" presStyleCnt="0"/>
      <dgm:spPr/>
    </dgm:pt>
    <dgm:pt modelId="{592B931C-2C99-474C-98AD-EAD49763CD20}" type="pres">
      <dgm:prSet presAssocID="{BF88E1F9-4EF1-4E06-BE29-AAFA3188848F}" presName="tx1" presStyleLbl="revTx" presStyleIdx="3" presStyleCnt="5"/>
      <dgm:spPr/>
    </dgm:pt>
    <dgm:pt modelId="{FAD1A09B-CD66-4966-8430-A2E72A34CC92}" type="pres">
      <dgm:prSet presAssocID="{BF88E1F9-4EF1-4E06-BE29-AAFA3188848F}" presName="vert1" presStyleCnt="0"/>
      <dgm:spPr/>
    </dgm:pt>
    <dgm:pt modelId="{467247ED-76E6-4503-9495-9CC0FB132100}" type="pres">
      <dgm:prSet presAssocID="{439F9ADD-B631-4B3E-80CD-8F341D32E7BE}" presName="thickLine" presStyleLbl="alignNode1" presStyleIdx="4" presStyleCnt="5"/>
      <dgm:spPr/>
    </dgm:pt>
    <dgm:pt modelId="{F83A7B29-4AB1-4E0D-86B5-8A977A1C3F07}" type="pres">
      <dgm:prSet presAssocID="{439F9ADD-B631-4B3E-80CD-8F341D32E7BE}" presName="horz1" presStyleCnt="0"/>
      <dgm:spPr/>
    </dgm:pt>
    <dgm:pt modelId="{D6240E12-3200-4D9E-AB00-60ABA9312BA7}" type="pres">
      <dgm:prSet presAssocID="{439F9ADD-B631-4B3E-80CD-8F341D32E7BE}" presName="tx1" presStyleLbl="revTx" presStyleIdx="4" presStyleCnt="5"/>
      <dgm:spPr/>
    </dgm:pt>
    <dgm:pt modelId="{43D90A7C-30E9-4E7F-BEEF-51AF749C9437}" type="pres">
      <dgm:prSet presAssocID="{439F9ADD-B631-4B3E-80CD-8F341D32E7BE}" presName="vert1" presStyleCnt="0"/>
      <dgm:spPr/>
    </dgm:pt>
  </dgm:ptLst>
  <dgm:cxnLst>
    <dgm:cxn modelId="{3DB96615-40AA-4D08-B72A-6F95C7347222}" srcId="{6F92D027-2BA2-41F4-9799-F4BA6C2732E0}" destId="{74DC3A80-A951-46E6-9353-8046FB61ED12}" srcOrd="1" destOrd="0" parTransId="{72D55652-9BD3-470A-A0CE-72F7ED44A6F8}" sibTransId="{56D566FC-5472-46BF-A995-E3CD51BCF3EE}"/>
    <dgm:cxn modelId="{AEF0681F-1832-4B87-844A-53807FF01281}" type="presOf" srcId="{439F9ADD-B631-4B3E-80CD-8F341D32E7BE}" destId="{D6240E12-3200-4D9E-AB00-60ABA9312BA7}" srcOrd="0" destOrd="0" presId="urn:microsoft.com/office/officeart/2008/layout/LinedList"/>
    <dgm:cxn modelId="{1B48477A-04FB-4A1A-A3D4-9F7C46C7F503}" type="presOf" srcId="{BF88E1F9-4EF1-4E06-BE29-AAFA3188848F}" destId="{592B931C-2C99-474C-98AD-EAD49763CD20}" srcOrd="0" destOrd="0" presId="urn:microsoft.com/office/officeart/2008/layout/LinedList"/>
    <dgm:cxn modelId="{D6B70091-A2B8-45C5-9427-60BD1FF55319}" type="presOf" srcId="{74DC3A80-A951-46E6-9353-8046FB61ED12}" destId="{848E80E6-DA39-46D3-AB68-CAF13C4EF4B0}" srcOrd="0" destOrd="0" presId="urn:microsoft.com/office/officeart/2008/layout/LinedList"/>
    <dgm:cxn modelId="{20BD10A8-F377-489C-92D3-ECEA4E9D3C9E}" type="presOf" srcId="{6F92D027-2BA2-41F4-9799-F4BA6C2732E0}" destId="{6498758D-E6EF-4F96-977C-C1E803D3E7DD}" srcOrd="0" destOrd="0" presId="urn:microsoft.com/office/officeart/2008/layout/LinedList"/>
    <dgm:cxn modelId="{2485FAAB-A14D-44CF-A44E-127D28ECBF3D}" srcId="{6F92D027-2BA2-41F4-9799-F4BA6C2732E0}" destId="{B31CDB57-B618-4AA7-9089-6D97D3F9C036}" srcOrd="2" destOrd="0" parTransId="{C7C74198-ADEE-4A9D-AC5F-4AAF64F194BE}" sibTransId="{5A18A783-BB2E-4604-A8E5-19805B4CAFDC}"/>
    <dgm:cxn modelId="{D7C669B3-636D-4D12-8C4B-9FDF6BEDE505}" srcId="{6F92D027-2BA2-41F4-9799-F4BA6C2732E0}" destId="{BBBA774D-7DBF-4186-81F8-20804ABC8413}" srcOrd="0" destOrd="0" parTransId="{857B9935-485E-4985-BE98-8B2752279410}" sibTransId="{A18B48F4-0926-443C-A690-988C3761E05A}"/>
    <dgm:cxn modelId="{ACE847BA-BB13-47A5-8388-BF40C3C1200A}" type="presOf" srcId="{BBBA774D-7DBF-4186-81F8-20804ABC8413}" destId="{82A427D2-E79C-448D-9C88-A63BE1D4BB78}" srcOrd="0" destOrd="0" presId="urn:microsoft.com/office/officeart/2008/layout/LinedList"/>
    <dgm:cxn modelId="{288440DE-2B28-404C-BC12-0E43D055C504}" srcId="{6F92D027-2BA2-41F4-9799-F4BA6C2732E0}" destId="{439F9ADD-B631-4B3E-80CD-8F341D32E7BE}" srcOrd="4" destOrd="0" parTransId="{A7EB04AB-4CB0-4F88-B634-3F20BD2579B6}" sibTransId="{FD77600F-DDAB-4615-91D2-60A43A892AC4}"/>
    <dgm:cxn modelId="{C6AD46DF-4B52-44EA-8693-26EC060CA630}" srcId="{6F92D027-2BA2-41F4-9799-F4BA6C2732E0}" destId="{BF88E1F9-4EF1-4E06-BE29-AAFA3188848F}" srcOrd="3" destOrd="0" parTransId="{8770352B-4FC2-4ED0-9883-CD616E5C0EAE}" sibTransId="{906665F3-92B6-4E28-94CB-507E891A93CB}"/>
    <dgm:cxn modelId="{BFB087E3-C6D7-42EA-801D-26BBFDAC367E}" type="presOf" srcId="{B31CDB57-B618-4AA7-9089-6D97D3F9C036}" destId="{ADBCD498-694D-4E55-8475-6C11E9746604}" srcOrd="0" destOrd="0" presId="urn:microsoft.com/office/officeart/2008/layout/LinedList"/>
    <dgm:cxn modelId="{F2BDFF21-CD30-43E5-A29E-BED0B6411E40}" type="presParOf" srcId="{6498758D-E6EF-4F96-977C-C1E803D3E7DD}" destId="{95142192-09F5-4296-BE33-6FECC04370B9}" srcOrd="0" destOrd="0" presId="urn:microsoft.com/office/officeart/2008/layout/LinedList"/>
    <dgm:cxn modelId="{4498D316-8BDA-4BB5-83F8-998C48766F2A}" type="presParOf" srcId="{6498758D-E6EF-4F96-977C-C1E803D3E7DD}" destId="{2AC6108B-C56C-4E20-A74E-CD5E4FCF99F9}" srcOrd="1" destOrd="0" presId="urn:microsoft.com/office/officeart/2008/layout/LinedList"/>
    <dgm:cxn modelId="{07E5B988-9FAF-4636-8623-81E2064E7B1B}" type="presParOf" srcId="{2AC6108B-C56C-4E20-A74E-CD5E4FCF99F9}" destId="{82A427D2-E79C-448D-9C88-A63BE1D4BB78}" srcOrd="0" destOrd="0" presId="urn:microsoft.com/office/officeart/2008/layout/LinedList"/>
    <dgm:cxn modelId="{23856D92-C3C6-42B9-972D-BFBF29A17FA3}" type="presParOf" srcId="{2AC6108B-C56C-4E20-A74E-CD5E4FCF99F9}" destId="{63DA11F8-63C4-48EA-8E77-9DCB8AAD92B4}" srcOrd="1" destOrd="0" presId="urn:microsoft.com/office/officeart/2008/layout/LinedList"/>
    <dgm:cxn modelId="{8780C700-12D2-494D-AE8F-C0A9BB295E39}" type="presParOf" srcId="{6498758D-E6EF-4F96-977C-C1E803D3E7DD}" destId="{DEC9D415-7611-4B98-8946-1177F5F5EFA5}" srcOrd="2" destOrd="0" presId="urn:microsoft.com/office/officeart/2008/layout/LinedList"/>
    <dgm:cxn modelId="{B1BEDAF6-D771-432C-A6C1-F1B5FE428670}" type="presParOf" srcId="{6498758D-E6EF-4F96-977C-C1E803D3E7DD}" destId="{F2DD8CE3-D8F7-41F6-95FD-1FAAB03A6FED}" srcOrd="3" destOrd="0" presId="urn:microsoft.com/office/officeart/2008/layout/LinedList"/>
    <dgm:cxn modelId="{25F93535-5ADA-4BDE-998B-672702F4C578}" type="presParOf" srcId="{F2DD8CE3-D8F7-41F6-95FD-1FAAB03A6FED}" destId="{848E80E6-DA39-46D3-AB68-CAF13C4EF4B0}" srcOrd="0" destOrd="0" presId="urn:microsoft.com/office/officeart/2008/layout/LinedList"/>
    <dgm:cxn modelId="{E7E07534-39FE-40A1-A278-2B519AE7C610}" type="presParOf" srcId="{F2DD8CE3-D8F7-41F6-95FD-1FAAB03A6FED}" destId="{A7B28482-7EF1-44AA-B0EE-07AE1874B6CC}" srcOrd="1" destOrd="0" presId="urn:microsoft.com/office/officeart/2008/layout/LinedList"/>
    <dgm:cxn modelId="{5C1FA6CD-4A11-4913-87E7-9CD29A88F2C5}" type="presParOf" srcId="{6498758D-E6EF-4F96-977C-C1E803D3E7DD}" destId="{B12B0F43-13C0-4C97-8299-1337399FC8EA}" srcOrd="4" destOrd="0" presId="urn:microsoft.com/office/officeart/2008/layout/LinedList"/>
    <dgm:cxn modelId="{FE53A961-2786-4847-8CA5-E4199433374F}" type="presParOf" srcId="{6498758D-E6EF-4F96-977C-C1E803D3E7DD}" destId="{BA65E26C-14D9-48EC-9E48-4E5E7A232348}" srcOrd="5" destOrd="0" presId="urn:microsoft.com/office/officeart/2008/layout/LinedList"/>
    <dgm:cxn modelId="{50327ACA-D373-4CB2-A76E-EE3255657BFA}" type="presParOf" srcId="{BA65E26C-14D9-48EC-9E48-4E5E7A232348}" destId="{ADBCD498-694D-4E55-8475-6C11E9746604}" srcOrd="0" destOrd="0" presId="urn:microsoft.com/office/officeart/2008/layout/LinedList"/>
    <dgm:cxn modelId="{BA0EE652-E71B-4EEC-B2F2-C3D4A9B0F9BC}" type="presParOf" srcId="{BA65E26C-14D9-48EC-9E48-4E5E7A232348}" destId="{3F7F876E-019F-4D0F-8DC5-59021556F1E5}" srcOrd="1" destOrd="0" presId="urn:microsoft.com/office/officeart/2008/layout/LinedList"/>
    <dgm:cxn modelId="{E091444D-A8DF-48E3-8C6B-29CC9669CF3B}" type="presParOf" srcId="{6498758D-E6EF-4F96-977C-C1E803D3E7DD}" destId="{52097097-79C0-4E18-BF08-CD3FC71DD6BF}" srcOrd="6" destOrd="0" presId="urn:microsoft.com/office/officeart/2008/layout/LinedList"/>
    <dgm:cxn modelId="{650E2871-DB97-4912-9FBA-33219E50F242}" type="presParOf" srcId="{6498758D-E6EF-4F96-977C-C1E803D3E7DD}" destId="{9D7BC04B-7F92-42CF-9E70-13618F841CFE}" srcOrd="7" destOrd="0" presId="urn:microsoft.com/office/officeart/2008/layout/LinedList"/>
    <dgm:cxn modelId="{D4E70B8F-5D5C-4D24-8C04-2070C7F1B73B}" type="presParOf" srcId="{9D7BC04B-7F92-42CF-9E70-13618F841CFE}" destId="{592B931C-2C99-474C-98AD-EAD49763CD20}" srcOrd="0" destOrd="0" presId="urn:microsoft.com/office/officeart/2008/layout/LinedList"/>
    <dgm:cxn modelId="{5DD4BBD4-F5B2-4D1C-89C3-EABE69690FEE}" type="presParOf" srcId="{9D7BC04B-7F92-42CF-9E70-13618F841CFE}" destId="{FAD1A09B-CD66-4966-8430-A2E72A34CC92}" srcOrd="1" destOrd="0" presId="urn:microsoft.com/office/officeart/2008/layout/LinedList"/>
    <dgm:cxn modelId="{D7FB3303-7AA9-4999-86B6-6B3CA06A8202}" type="presParOf" srcId="{6498758D-E6EF-4F96-977C-C1E803D3E7DD}" destId="{467247ED-76E6-4503-9495-9CC0FB132100}" srcOrd="8" destOrd="0" presId="urn:microsoft.com/office/officeart/2008/layout/LinedList"/>
    <dgm:cxn modelId="{9ADA8621-380C-4A2D-8721-9058FE1F7F32}" type="presParOf" srcId="{6498758D-E6EF-4F96-977C-C1E803D3E7DD}" destId="{F83A7B29-4AB1-4E0D-86B5-8A977A1C3F07}" srcOrd="9" destOrd="0" presId="urn:microsoft.com/office/officeart/2008/layout/LinedList"/>
    <dgm:cxn modelId="{4BE366F8-DC74-4613-8BF7-C4C04952B107}" type="presParOf" srcId="{F83A7B29-4AB1-4E0D-86B5-8A977A1C3F07}" destId="{D6240E12-3200-4D9E-AB00-60ABA9312BA7}" srcOrd="0" destOrd="0" presId="urn:microsoft.com/office/officeart/2008/layout/LinedList"/>
    <dgm:cxn modelId="{C0D9ED43-15E3-4E72-AF3E-7BB4B028BDAF}" type="presParOf" srcId="{F83A7B29-4AB1-4E0D-86B5-8A977A1C3F07}" destId="{43D90A7C-30E9-4E7F-BEEF-51AF749C94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FC39F80-E3DC-4681-92E9-4B01B07827B4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D218187-21F9-42EC-80B1-C08881461786}">
      <dgm:prSet custT="1"/>
      <dgm:spPr/>
      <dgm:t>
        <a:bodyPr/>
        <a:lstStyle/>
        <a:p>
          <a:r>
            <a:rPr lang="en-US" sz="2000" dirty="0"/>
            <a:t>Server (Cloud/On-Prem): ~3,000 – 6,000 THB / month</a:t>
          </a:r>
        </a:p>
      </dgm:t>
    </dgm:pt>
    <dgm:pt modelId="{354317D1-30A6-42F6-BCEB-B3F6FFD693E2}" type="parTrans" cxnId="{21D5827C-53E2-45DC-A228-3CBBE4333F5A}">
      <dgm:prSet/>
      <dgm:spPr/>
      <dgm:t>
        <a:bodyPr/>
        <a:lstStyle/>
        <a:p>
          <a:endParaRPr lang="en-US"/>
        </a:p>
      </dgm:t>
    </dgm:pt>
    <dgm:pt modelId="{14B4D092-BB64-4CFA-B593-2FA3673087B8}" type="sibTrans" cxnId="{21D5827C-53E2-45DC-A228-3CBBE4333F5A}">
      <dgm:prSet/>
      <dgm:spPr/>
      <dgm:t>
        <a:bodyPr/>
        <a:lstStyle/>
        <a:p>
          <a:endParaRPr lang="en-US"/>
        </a:p>
      </dgm:t>
    </dgm:pt>
    <dgm:pt modelId="{3266AFEE-D636-476A-9B6A-C8DC52890EF4}">
      <dgm:prSet custT="1"/>
      <dgm:spPr/>
      <dgm:t>
        <a:bodyPr/>
        <a:lstStyle/>
        <a:p>
          <a:r>
            <a:rPr lang="en-US" sz="1800" dirty="0"/>
            <a:t>SSL Certificate: 0 – 2,000 THB / year</a:t>
          </a:r>
        </a:p>
      </dgm:t>
    </dgm:pt>
    <dgm:pt modelId="{2501F5FA-3484-49FE-AC9C-3CE199613CBC}" type="parTrans" cxnId="{784BC426-B5F5-4208-A3E6-530DDF4A1316}">
      <dgm:prSet/>
      <dgm:spPr/>
      <dgm:t>
        <a:bodyPr/>
        <a:lstStyle/>
        <a:p>
          <a:endParaRPr lang="en-US"/>
        </a:p>
      </dgm:t>
    </dgm:pt>
    <dgm:pt modelId="{0AFB58D3-CD66-4CC3-9E4A-D478937FA946}" type="sibTrans" cxnId="{784BC426-B5F5-4208-A3E6-530DDF4A1316}">
      <dgm:prSet/>
      <dgm:spPr/>
      <dgm:t>
        <a:bodyPr/>
        <a:lstStyle/>
        <a:p>
          <a:endParaRPr lang="en-US"/>
        </a:p>
      </dgm:t>
    </dgm:pt>
    <dgm:pt modelId="{5FB62677-53E9-43C8-8C4E-B394F09F5F59}">
      <dgm:prSet custT="1"/>
      <dgm:spPr/>
      <dgm:t>
        <a:bodyPr/>
        <a:lstStyle/>
        <a:p>
          <a:r>
            <a:rPr lang="en-US" sz="1800" dirty="0"/>
            <a:t>Implementation Service: 80,000 – 150,000 THB (One-time)</a:t>
          </a:r>
        </a:p>
      </dgm:t>
    </dgm:pt>
    <dgm:pt modelId="{DC77D85A-0434-46E8-A7F6-2F4A5906F7A8}" type="parTrans" cxnId="{A0C5DB04-7B95-40A0-8E27-8A0FBFB5EA29}">
      <dgm:prSet/>
      <dgm:spPr/>
      <dgm:t>
        <a:bodyPr/>
        <a:lstStyle/>
        <a:p>
          <a:endParaRPr lang="en-US"/>
        </a:p>
      </dgm:t>
    </dgm:pt>
    <dgm:pt modelId="{B06353F7-1975-47DB-A74B-47F2D2208349}" type="sibTrans" cxnId="{A0C5DB04-7B95-40A0-8E27-8A0FBFB5EA29}">
      <dgm:prSet/>
      <dgm:spPr/>
      <dgm:t>
        <a:bodyPr/>
        <a:lstStyle/>
        <a:p>
          <a:endParaRPr lang="en-US"/>
        </a:p>
      </dgm:t>
    </dgm:pt>
    <dgm:pt modelId="{5F54B087-5798-45A5-9D4A-705D03DCDF59}">
      <dgm:prSet custT="1"/>
      <dgm:spPr/>
      <dgm:t>
        <a:bodyPr/>
        <a:lstStyle/>
        <a:p>
          <a:r>
            <a:rPr lang="en-US" sz="1800" dirty="0"/>
            <a:t>Maintenance Support: 15–20% / year (Optional)</a:t>
          </a:r>
        </a:p>
      </dgm:t>
    </dgm:pt>
    <dgm:pt modelId="{F60C31B6-1CE0-4B1A-BE9C-5548D1EC6FC1}" type="parTrans" cxnId="{8207B4C4-B6B0-4B95-9392-7836FC827348}">
      <dgm:prSet/>
      <dgm:spPr/>
      <dgm:t>
        <a:bodyPr/>
        <a:lstStyle/>
        <a:p>
          <a:endParaRPr lang="en-US"/>
        </a:p>
      </dgm:t>
    </dgm:pt>
    <dgm:pt modelId="{20F928AB-349D-47DB-AC12-23AE5FC96502}" type="sibTrans" cxnId="{8207B4C4-B6B0-4B95-9392-7836FC827348}">
      <dgm:prSet/>
      <dgm:spPr/>
      <dgm:t>
        <a:bodyPr/>
        <a:lstStyle/>
        <a:p>
          <a:endParaRPr lang="en-US"/>
        </a:p>
      </dgm:t>
    </dgm:pt>
    <dgm:pt modelId="{9B9E8C12-82A0-4C3C-8D3B-F5FF5F1C93A1}" type="pres">
      <dgm:prSet presAssocID="{1FC39F80-E3DC-4681-92E9-4B01B07827B4}" presName="diagram" presStyleCnt="0">
        <dgm:presLayoutVars>
          <dgm:dir/>
          <dgm:resizeHandles val="exact"/>
        </dgm:presLayoutVars>
      </dgm:prSet>
      <dgm:spPr/>
    </dgm:pt>
    <dgm:pt modelId="{A02CD5AE-EEDD-4B68-BEAD-A4B53BCB0839}" type="pres">
      <dgm:prSet presAssocID="{3D218187-21F9-42EC-80B1-C08881461786}" presName="node" presStyleLbl="node1" presStyleIdx="0" presStyleCnt="4">
        <dgm:presLayoutVars>
          <dgm:bulletEnabled val="1"/>
        </dgm:presLayoutVars>
      </dgm:prSet>
      <dgm:spPr/>
    </dgm:pt>
    <dgm:pt modelId="{A171E241-B631-4CF7-AF2B-9A868DAE286D}" type="pres">
      <dgm:prSet presAssocID="{14B4D092-BB64-4CFA-B593-2FA3673087B8}" presName="sibTrans" presStyleCnt="0"/>
      <dgm:spPr/>
    </dgm:pt>
    <dgm:pt modelId="{8FE9E7B5-B556-418E-A408-B5E55B5EB403}" type="pres">
      <dgm:prSet presAssocID="{3266AFEE-D636-476A-9B6A-C8DC52890EF4}" presName="node" presStyleLbl="node1" presStyleIdx="1" presStyleCnt="4">
        <dgm:presLayoutVars>
          <dgm:bulletEnabled val="1"/>
        </dgm:presLayoutVars>
      </dgm:prSet>
      <dgm:spPr/>
    </dgm:pt>
    <dgm:pt modelId="{CAE1B85E-CB2C-4FFF-9035-F69D46CC19D5}" type="pres">
      <dgm:prSet presAssocID="{0AFB58D3-CD66-4CC3-9E4A-D478937FA946}" presName="sibTrans" presStyleCnt="0"/>
      <dgm:spPr/>
    </dgm:pt>
    <dgm:pt modelId="{756EFBCA-970E-430F-8F29-4ECB563B4ADC}" type="pres">
      <dgm:prSet presAssocID="{5FB62677-53E9-43C8-8C4E-B394F09F5F59}" presName="node" presStyleLbl="node1" presStyleIdx="2" presStyleCnt="4">
        <dgm:presLayoutVars>
          <dgm:bulletEnabled val="1"/>
        </dgm:presLayoutVars>
      </dgm:prSet>
      <dgm:spPr/>
    </dgm:pt>
    <dgm:pt modelId="{B971F4E1-BF96-4DF5-94F8-FAC361B0484E}" type="pres">
      <dgm:prSet presAssocID="{B06353F7-1975-47DB-A74B-47F2D2208349}" presName="sibTrans" presStyleCnt="0"/>
      <dgm:spPr/>
    </dgm:pt>
    <dgm:pt modelId="{7DE2251B-EDE1-4FCE-B602-A3BCC349026C}" type="pres">
      <dgm:prSet presAssocID="{5F54B087-5798-45A5-9D4A-705D03DCDF59}" presName="node" presStyleLbl="node1" presStyleIdx="3" presStyleCnt="4">
        <dgm:presLayoutVars>
          <dgm:bulletEnabled val="1"/>
        </dgm:presLayoutVars>
      </dgm:prSet>
      <dgm:spPr/>
    </dgm:pt>
  </dgm:ptLst>
  <dgm:cxnLst>
    <dgm:cxn modelId="{A0C5DB04-7B95-40A0-8E27-8A0FBFB5EA29}" srcId="{1FC39F80-E3DC-4681-92E9-4B01B07827B4}" destId="{5FB62677-53E9-43C8-8C4E-B394F09F5F59}" srcOrd="2" destOrd="0" parTransId="{DC77D85A-0434-46E8-A7F6-2F4A5906F7A8}" sibTransId="{B06353F7-1975-47DB-A74B-47F2D2208349}"/>
    <dgm:cxn modelId="{784BC426-B5F5-4208-A3E6-530DDF4A1316}" srcId="{1FC39F80-E3DC-4681-92E9-4B01B07827B4}" destId="{3266AFEE-D636-476A-9B6A-C8DC52890EF4}" srcOrd="1" destOrd="0" parTransId="{2501F5FA-3484-49FE-AC9C-3CE199613CBC}" sibTransId="{0AFB58D3-CD66-4CC3-9E4A-D478937FA946}"/>
    <dgm:cxn modelId="{8AB38366-1D26-4376-ABE1-F5059C1AF6CA}" type="presOf" srcId="{1FC39F80-E3DC-4681-92E9-4B01B07827B4}" destId="{9B9E8C12-82A0-4C3C-8D3B-F5FF5F1C93A1}" srcOrd="0" destOrd="0" presId="urn:microsoft.com/office/officeart/2005/8/layout/default"/>
    <dgm:cxn modelId="{A99F5D52-C181-499B-8CC6-A4CADE5CB5EB}" type="presOf" srcId="{5FB62677-53E9-43C8-8C4E-B394F09F5F59}" destId="{756EFBCA-970E-430F-8F29-4ECB563B4ADC}" srcOrd="0" destOrd="0" presId="urn:microsoft.com/office/officeart/2005/8/layout/default"/>
    <dgm:cxn modelId="{EACC1D54-B3AB-46BA-B5EE-F278C27E6F61}" type="presOf" srcId="{5F54B087-5798-45A5-9D4A-705D03DCDF59}" destId="{7DE2251B-EDE1-4FCE-B602-A3BCC349026C}" srcOrd="0" destOrd="0" presId="urn:microsoft.com/office/officeart/2005/8/layout/default"/>
    <dgm:cxn modelId="{21D5827C-53E2-45DC-A228-3CBBE4333F5A}" srcId="{1FC39F80-E3DC-4681-92E9-4B01B07827B4}" destId="{3D218187-21F9-42EC-80B1-C08881461786}" srcOrd="0" destOrd="0" parTransId="{354317D1-30A6-42F6-BCEB-B3F6FFD693E2}" sibTransId="{14B4D092-BB64-4CFA-B593-2FA3673087B8}"/>
    <dgm:cxn modelId="{16D474A4-F5A5-41E9-9C07-ABC7A94C4715}" type="presOf" srcId="{3266AFEE-D636-476A-9B6A-C8DC52890EF4}" destId="{8FE9E7B5-B556-418E-A408-B5E55B5EB403}" srcOrd="0" destOrd="0" presId="urn:microsoft.com/office/officeart/2005/8/layout/default"/>
    <dgm:cxn modelId="{A29ECEB8-D6BA-49D1-81BF-4CA802102FD1}" type="presOf" srcId="{3D218187-21F9-42EC-80B1-C08881461786}" destId="{A02CD5AE-EEDD-4B68-BEAD-A4B53BCB0839}" srcOrd="0" destOrd="0" presId="urn:microsoft.com/office/officeart/2005/8/layout/default"/>
    <dgm:cxn modelId="{8207B4C4-B6B0-4B95-9392-7836FC827348}" srcId="{1FC39F80-E3DC-4681-92E9-4B01B07827B4}" destId="{5F54B087-5798-45A5-9D4A-705D03DCDF59}" srcOrd="3" destOrd="0" parTransId="{F60C31B6-1CE0-4B1A-BE9C-5548D1EC6FC1}" sibTransId="{20F928AB-349D-47DB-AC12-23AE5FC96502}"/>
    <dgm:cxn modelId="{DFE1C248-440F-4A4E-81FA-7EB5BD8E6352}" type="presParOf" srcId="{9B9E8C12-82A0-4C3C-8D3B-F5FF5F1C93A1}" destId="{A02CD5AE-EEDD-4B68-BEAD-A4B53BCB0839}" srcOrd="0" destOrd="0" presId="urn:microsoft.com/office/officeart/2005/8/layout/default"/>
    <dgm:cxn modelId="{4D3330D2-95FC-4889-BB23-51EB17B3C028}" type="presParOf" srcId="{9B9E8C12-82A0-4C3C-8D3B-F5FF5F1C93A1}" destId="{A171E241-B631-4CF7-AF2B-9A868DAE286D}" srcOrd="1" destOrd="0" presId="urn:microsoft.com/office/officeart/2005/8/layout/default"/>
    <dgm:cxn modelId="{63AB4229-A5C0-494E-A450-851B3182B20D}" type="presParOf" srcId="{9B9E8C12-82A0-4C3C-8D3B-F5FF5F1C93A1}" destId="{8FE9E7B5-B556-418E-A408-B5E55B5EB403}" srcOrd="2" destOrd="0" presId="urn:microsoft.com/office/officeart/2005/8/layout/default"/>
    <dgm:cxn modelId="{2DA28611-EAE1-434C-8B57-275F677CA7CC}" type="presParOf" srcId="{9B9E8C12-82A0-4C3C-8D3B-F5FF5F1C93A1}" destId="{CAE1B85E-CB2C-4FFF-9035-F69D46CC19D5}" srcOrd="3" destOrd="0" presId="urn:microsoft.com/office/officeart/2005/8/layout/default"/>
    <dgm:cxn modelId="{1728FB8D-7B90-486C-AA27-30140F7B19AF}" type="presParOf" srcId="{9B9E8C12-82A0-4C3C-8D3B-F5FF5F1C93A1}" destId="{756EFBCA-970E-430F-8F29-4ECB563B4ADC}" srcOrd="4" destOrd="0" presId="urn:microsoft.com/office/officeart/2005/8/layout/default"/>
    <dgm:cxn modelId="{4340C73C-4763-4CF6-AD52-FD56E9B05268}" type="presParOf" srcId="{9B9E8C12-82A0-4C3C-8D3B-F5FF5F1C93A1}" destId="{B971F4E1-BF96-4DF5-94F8-FAC361B0484E}" srcOrd="5" destOrd="0" presId="urn:microsoft.com/office/officeart/2005/8/layout/default"/>
    <dgm:cxn modelId="{84A323F3-FF93-453F-A796-2B531479BA12}" type="presParOf" srcId="{9B9E8C12-82A0-4C3C-8D3B-F5FF5F1C93A1}" destId="{7DE2251B-EDE1-4FCE-B602-A3BCC349026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916B6DA-ADC8-4507-9971-07FAABF92AA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E8339F2-AAC3-4F32-9CEE-1D3278605BE7}">
      <dgm:prSet/>
      <dgm:spPr/>
      <dgm:t>
        <a:bodyPr/>
        <a:lstStyle/>
        <a:p>
          <a:r>
            <a:rPr lang="en-US"/>
            <a:t>n8n Cloud Starter/Pro/Enterprise</a:t>
          </a:r>
        </a:p>
      </dgm:t>
    </dgm:pt>
    <dgm:pt modelId="{B07658E9-8F7D-45B1-A5C5-3811EF4B8EFB}" type="parTrans" cxnId="{95105F7A-95CD-4B99-99AB-7CE465630DE2}">
      <dgm:prSet/>
      <dgm:spPr/>
      <dgm:t>
        <a:bodyPr/>
        <a:lstStyle/>
        <a:p>
          <a:endParaRPr lang="en-US"/>
        </a:p>
      </dgm:t>
    </dgm:pt>
    <dgm:pt modelId="{B43415C3-1E36-4689-8A1F-DA963C404BD2}" type="sibTrans" cxnId="{95105F7A-95CD-4B99-99AB-7CE465630DE2}">
      <dgm:prSet/>
      <dgm:spPr/>
      <dgm:t>
        <a:bodyPr/>
        <a:lstStyle/>
        <a:p>
          <a:endParaRPr lang="en-US"/>
        </a:p>
      </dgm:t>
    </dgm:pt>
    <dgm:pt modelId="{9A4DC4C5-ACF6-4AFF-AED8-CCC3D63CA1F4}">
      <dgm:prSet/>
      <dgm:spPr/>
      <dgm:t>
        <a:bodyPr/>
        <a:lstStyle/>
        <a:p>
          <a:r>
            <a:rPr lang="en-US"/>
            <a:t>No server maintenance</a:t>
          </a:r>
        </a:p>
      </dgm:t>
    </dgm:pt>
    <dgm:pt modelId="{0796BAB5-C228-499D-903D-3CD54F9C3B18}" type="parTrans" cxnId="{0C0ABAD1-0AC1-4571-B00B-76B48DE43995}">
      <dgm:prSet/>
      <dgm:spPr/>
      <dgm:t>
        <a:bodyPr/>
        <a:lstStyle/>
        <a:p>
          <a:endParaRPr lang="en-US"/>
        </a:p>
      </dgm:t>
    </dgm:pt>
    <dgm:pt modelId="{344159EC-44DE-4231-9DDC-EDC19A63FD11}" type="sibTrans" cxnId="{0C0ABAD1-0AC1-4571-B00B-76B48DE43995}">
      <dgm:prSet/>
      <dgm:spPr/>
      <dgm:t>
        <a:bodyPr/>
        <a:lstStyle/>
        <a:p>
          <a:endParaRPr lang="en-US"/>
        </a:p>
      </dgm:t>
    </dgm:pt>
    <dgm:pt modelId="{31CB50C1-A50B-43B5-9222-8DC1EA714FC4}">
      <dgm:prSet/>
      <dgm:spPr/>
      <dgm:t>
        <a:bodyPr/>
        <a:lstStyle/>
        <a:p>
          <a:r>
            <a:rPr lang="en-US"/>
            <a:t>High Availability built-in</a:t>
          </a:r>
        </a:p>
      </dgm:t>
    </dgm:pt>
    <dgm:pt modelId="{FB3E1511-C61A-4A84-8CCB-06869339DF3F}" type="parTrans" cxnId="{659D6B73-F5AE-4F1B-A7D4-5C8F9923A93B}">
      <dgm:prSet/>
      <dgm:spPr/>
      <dgm:t>
        <a:bodyPr/>
        <a:lstStyle/>
        <a:p>
          <a:endParaRPr lang="en-US"/>
        </a:p>
      </dgm:t>
    </dgm:pt>
    <dgm:pt modelId="{8F3CF9CD-4060-411E-8D76-ACEA0D0A964D}" type="sibTrans" cxnId="{659D6B73-F5AE-4F1B-A7D4-5C8F9923A93B}">
      <dgm:prSet/>
      <dgm:spPr/>
      <dgm:t>
        <a:bodyPr/>
        <a:lstStyle/>
        <a:p>
          <a:endParaRPr lang="en-US"/>
        </a:p>
      </dgm:t>
    </dgm:pt>
    <dgm:pt modelId="{E84035D2-DDAF-4D81-8838-008DBD99B526}">
      <dgm:prSet/>
      <dgm:spPr/>
      <dgm:t>
        <a:bodyPr/>
        <a:lstStyle/>
        <a:p>
          <a:r>
            <a:rPr lang="en-US"/>
            <a:t>Higher recurring cost</a:t>
          </a:r>
        </a:p>
      </dgm:t>
    </dgm:pt>
    <dgm:pt modelId="{BD34CF32-5B41-4EE6-94D8-964BB49365E6}" type="parTrans" cxnId="{7111DFFB-4DB9-491D-B9CE-43EC39763276}">
      <dgm:prSet/>
      <dgm:spPr/>
      <dgm:t>
        <a:bodyPr/>
        <a:lstStyle/>
        <a:p>
          <a:endParaRPr lang="en-US"/>
        </a:p>
      </dgm:t>
    </dgm:pt>
    <dgm:pt modelId="{F56F6A7D-A361-4A41-8121-48BD0EA6D8C9}" type="sibTrans" cxnId="{7111DFFB-4DB9-491D-B9CE-43EC39763276}">
      <dgm:prSet/>
      <dgm:spPr/>
      <dgm:t>
        <a:bodyPr/>
        <a:lstStyle/>
        <a:p>
          <a:endParaRPr lang="en-US"/>
        </a:p>
      </dgm:t>
    </dgm:pt>
    <dgm:pt modelId="{4F89D9EB-8F04-4E57-95F3-DD587A433B1C}" type="pres">
      <dgm:prSet presAssocID="{6916B6DA-ADC8-4507-9971-07FAABF92AA7}" presName="vert0" presStyleCnt="0">
        <dgm:presLayoutVars>
          <dgm:dir/>
          <dgm:animOne val="branch"/>
          <dgm:animLvl val="lvl"/>
        </dgm:presLayoutVars>
      </dgm:prSet>
      <dgm:spPr/>
    </dgm:pt>
    <dgm:pt modelId="{B3BCEC43-2218-403E-8AFC-17B615262937}" type="pres">
      <dgm:prSet presAssocID="{EE8339F2-AAC3-4F32-9CEE-1D3278605BE7}" presName="thickLine" presStyleLbl="alignNode1" presStyleIdx="0" presStyleCnt="4"/>
      <dgm:spPr/>
    </dgm:pt>
    <dgm:pt modelId="{BA8BD421-97C8-4E5E-B545-8C5B4BF4863D}" type="pres">
      <dgm:prSet presAssocID="{EE8339F2-AAC3-4F32-9CEE-1D3278605BE7}" presName="horz1" presStyleCnt="0"/>
      <dgm:spPr/>
    </dgm:pt>
    <dgm:pt modelId="{246F96AD-5483-4ED1-B9CE-345F9B01549F}" type="pres">
      <dgm:prSet presAssocID="{EE8339F2-AAC3-4F32-9CEE-1D3278605BE7}" presName="tx1" presStyleLbl="revTx" presStyleIdx="0" presStyleCnt="4"/>
      <dgm:spPr/>
    </dgm:pt>
    <dgm:pt modelId="{FBD04AC4-4278-44BF-90DE-A9AF6AED72E0}" type="pres">
      <dgm:prSet presAssocID="{EE8339F2-AAC3-4F32-9CEE-1D3278605BE7}" presName="vert1" presStyleCnt="0"/>
      <dgm:spPr/>
    </dgm:pt>
    <dgm:pt modelId="{9ED132CD-A6AE-42BC-9E58-F46F45D772FF}" type="pres">
      <dgm:prSet presAssocID="{9A4DC4C5-ACF6-4AFF-AED8-CCC3D63CA1F4}" presName="thickLine" presStyleLbl="alignNode1" presStyleIdx="1" presStyleCnt="4"/>
      <dgm:spPr/>
    </dgm:pt>
    <dgm:pt modelId="{ADEE4D36-465D-493D-B943-62690B5922C7}" type="pres">
      <dgm:prSet presAssocID="{9A4DC4C5-ACF6-4AFF-AED8-CCC3D63CA1F4}" presName="horz1" presStyleCnt="0"/>
      <dgm:spPr/>
    </dgm:pt>
    <dgm:pt modelId="{B0FD5EDD-42C4-49D4-AA76-E231D8A65C47}" type="pres">
      <dgm:prSet presAssocID="{9A4DC4C5-ACF6-4AFF-AED8-CCC3D63CA1F4}" presName="tx1" presStyleLbl="revTx" presStyleIdx="1" presStyleCnt="4"/>
      <dgm:spPr/>
    </dgm:pt>
    <dgm:pt modelId="{FB051ABC-F754-4CDF-8B28-F6140F16C8B2}" type="pres">
      <dgm:prSet presAssocID="{9A4DC4C5-ACF6-4AFF-AED8-CCC3D63CA1F4}" presName="vert1" presStyleCnt="0"/>
      <dgm:spPr/>
    </dgm:pt>
    <dgm:pt modelId="{7CE1C5A3-3740-4EF2-BDA8-E7E68CEE3005}" type="pres">
      <dgm:prSet presAssocID="{31CB50C1-A50B-43B5-9222-8DC1EA714FC4}" presName="thickLine" presStyleLbl="alignNode1" presStyleIdx="2" presStyleCnt="4"/>
      <dgm:spPr/>
    </dgm:pt>
    <dgm:pt modelId="{F51EFE40-7BBB-429D-9161-177465A02866}" type="pres">
      <dgm:prSet presAssocID="{31CB50C1-A50B-43B5-9222-8DC1EA714FC4}" presName="horz1" presStyleCnt="0"/>
      <dgm:spPr/>
    </dgm:pt>
    <dgm:pt modelId="{39226513-45E1-4994-9CCA-3D1480579AB5}" type="pres">
      <dgm:prSet presAssocID="{31CB50C1-A50B-43B5-9222-8DC1EA714FC4}" presName="tx1" presStyleLbl="revTx" presStyleIdx="2" presStyleCnt="4"/>
      <dgm:spPr/>
    </dgm:pt>
    <dgm:pt modelId="{C8601C04-A4B1-40EE-8560-1F999B404308}" type="pres">
      <dgm:prSet presAssocID="{31CB50C1-A50B-43B5-9222-8DC1EA714FC4}" presName="vert1" presStyleCnt="0"/>
      <dgm:spPr/>
    </dgm:pt>
    <dgm:pt modelId="{048610BF-E976-440A-8C16-34BB1BBB187F}" type="pres">
      <dgm:prSet presAssocID="{E84035D2-DDAF-4D81-8838-008DBD99B526}" presName="thickLine" presStyleLbl="alignNode1" presStyleIdx="3" presStyleCnt="4"/>
      <dgm:spPr/>
    </dgm:pt>
    <dgm:pt modelId="{7596F61C-C599-434E-9E42-266996E74A24}" type="pres">
      <dgm:prSet presAssocID="{E84035D2-DDAF-4D81-8838-008DBD99B526}" presName="horz1" presStyleCnt="0"/>
      <dgm:spPr/>
    </dgm:pt>
    <dgm:pt modelId="{70460039-8B80-4837-A541-4F7479E6B627}" type="pres">
      <dgm:prSet presAssocID="{E84035D2-DDAF-4D81-8838-008DBD99B526}" presName="tx1" presStyleLbl="revTx" presStyleIdx="3" presStyleCnt="4"/>
      <dgm:spPr/>
    </dgm:pt>
    <dgm:pt modelId="{5FF3E6CA-21BC-4E03-9AC2-054151079464}" type="pres">
      <dgm:prSet presAssocID="{E84035D2-DDAF-4D81-8838-008DBD99B526}" presName="vert1" presStyleCnt="0"/>
      <dgm:spPr/>
    </dgm:pt>
  </dgm:ptLst>
  <dgm:cxnLst>
    <dgm:cxn modelId="{116B3A0E-88D7-4F93-B705-6F657F2D5026}" type="presOf" srcId="{31CB50C1-A50B-43B5-9222-8DC1EA714FC4}" destId="{39226513-45E1-4994-9CCA-3D1480579AB5}" srcOrd="0" destOrd="0" presId="urn:microsoft.com/office/officeart/2008/layout/LinedList"/>
    <dgm:cxn modelId="{87B6DF3C-E1C5-4C3D-920E-18DBD2B6945D}" type="presOf" srcId="{EE8339F2-AAC3-4F32-9CEE-1D3278605BE7}" destId="{246F96AD-5483-4ED1-B9CE-345F9B01549F}" srcOrd="0" destOrd="0" presId="urn:microsoft.com/office/officeart/2008/layout/LinedList"/>
    <dgm:cxn modelId="{CF6D2E43-578A-48A1-A517-8957C2E75966}" type="presOf" srcId="{E84035D2-DDAF-4D81-8838-008DBD99B526}" destId="{70460039-8B80-4837-A541-4F7479E6B627}" srcOrd="0" destOrd="0" presId="urn:microsoft.com/office/officeart/2008/layout/LinedList"/>
    <dgm:cxn modelId="{659D6B73-F5AE-4F1B-A7D4-5C8F9923A93B}" srcId="{6916B6DA-ADC8-4507-9971-07FAABF92AA7}" destId="{31CB50C1-A50B-43B5-9222-8DC1EA714FC4}" srcOrd="2" destOrd="0" parTransId="{FB3E1511-C61A-4A84-8CCB-06869339DF3F}" sibTransId="{8F3CF9CD-4060-411E-8D76-ACEA0D0A964D}"/>
    <dgm:cxn modelId="{C1069E78-B4C2-4D2D-B1B5-0CAE9E3F3EED}" type="presOf" srcId="{9A4DC4C5-ACF6-4AFF-AED8-CCC3D63CA1F4}" destId="{B0FD5EDD-42C4-49D4-AA76-E231D8A65C47}" srcOrd="0" destOrd="0" presId="urn:microsoft.com/office/officeart/2008/layout/LinedList"/>
    <dgm:cxn modelId="{95105F7A-95CD-4B99-99AB-7CE465630DE2}" srcId="{6916B6DA-ADC8-4507-9971-07FAABF92AA7}" destId="{EE8339F2-AAC3-4F32-9CEE-1D3278605BE7}" srcOrd="0" destOrd="0" parTransId="{B07658E9-8F7D-45B1-A5C5-3811EF4B8EFB}" sibTransId="{B43415C3-1E36-4689-8A1F-DA963C404BD2}"/>
    <dgm:cxn modelId="{133EC6B8-EDA8-4A02-938A-370D7C3A9962}" type="presOf" srcId="{6916B6DA-ADC8-4507-9971-07FAABF92AA7}" destId="{4F89D9EB-8F04-4E57-95F3-DD587A433B1C}" srcOrd="0" destOrd="0" presId="urn:microsoft.com/office/officeart/2008/layout/LinedList"/>
    <dgm:cxn modelId="{0C0ABAD1-0AC1-4571-B00B-76B48DE43995}" srcId="{6916B6DA-ADC8-4507-9971-07FAABF92AA7}" destId="{9A4DC4C5-ACF6-4AFF-AED8-CCC3D63CA1F4}" srcOrd="1" destOrd="0" parTransId="{0796BAB5-C228-499D-903D-3CD54F9C3B18}" sibTransId="{344159EC-44DE-4231-9DDC-EDC19A63FD11}"/>
    <dgm:cxn modelId="{7111DFFB-4DB9-491D-B9CE-43EC39763276}" srcId="{6916B6DA-ADC8-4507-9971-07FAABF92AA7}" destId="{E84035D2-DDAF-4D81-8838-008DBD99B526}" srcOrd="3" destOrd="0" parTransId="{BD34CF32-5B41-4EE6-94D8-964BB49365E6}" sibTransId="{F56F6A7D-A361-4A41-8121-48BD0EA6D8C9}"/>
    <dgm:cxn modelId="{08D88BB5-C9C3-4607-9019-04E780BC38DB}" type="presParOf" srcId="{4F89D9EB-8F04-4E57-95F3-DD587A433B1C}" destId="{B3BCEC43-2218-403E-8AFC-17B615262937}" srcOrd="0" destOrd="0" presId="urn:microsoft.com/office/officeart/2008/layout/LinedList"/>
    <dgm:cxn modelId="{0F117F94-3916-45FA-9F8C-E3E7DFAD71CA}" type="presParOf" srcId="{4F89D9EB-8F04-4E57-95F3-DD587A433B1C}" destId="{BA8BD421-97C8-4E5E-B545-8C5B4BF4863D}" srcOrd="1" destOrd="0" presId="urn:microsoft.com/office/officeart/2008/layout/LinedList"/>
    <dgm:cxn modelId="{FB5BE388-4467-4E52-B871-44D8F1B5CDDF}" type="presParOf" srcId="{BA8BD421-97C8-4E5E-B545-8C5B4BF4863D}" destId="{246F96AD-5483-4ED1-B9CE-345F9B01549F}" srcOrd="0" destOrd="0" presId="urn:microsoft.com/office/officeart/2008/layout/LinedList"/>
    <dgm:cxn modelId="{39A1FDC3-D264-43A1-9204-92F03BE08058}" type="presParOf" srcId="{BA8BD421-97C8-4E5E-B545-8C5B4BF4863D}" destId="{FBD04AC4-4278-44BF-90DE-A9AF6AED72E0}" srcOrd="1" destOrd="0" presId="urn:microsoft.com/office/officeart/2008/layout/LinedList"/>
    <dgm:cxn modelId="{B799459D-C0A5-4EAF-98FF-0914654E585A}" type="presParOf" srcId="{4F89D9EB-8F04-4E57-95F3-DD587A433B1C}" destId="{9ED132CD-A6AE-42BC-9E58-F46F45D772FF}" srcOrd="2" destOrd="0" presId="urn:microsoft.com/office/officeart/2008/layout/LinedList"/>
    <dgm:cxn modelId="{8B34270F-76B4-422B-B321-BE32855986D8}" type="presParOf" srcId="{4F89D9EB-8F04-4E57-95F3-DD587A433B1C}" destId="{ADEE4D36-465D-493D-B943-62690B5922C7}" srcOrd="3" destOrd="0" presId="urn:microsoft.com/office/officeart/2008/layout/LinedList"/>
    <dgm:cxn modelId="{6F62F4D0-2C16-4CFD-A5A9-6D8BCAF9C69E}" type="presParOf" srcId="{ADEE4D36-465D-493D-B943-62690B5922C7}" destId="{B0FD5EDD-42C4-49D4-AA76-E231D8A65C47}" srcOrd="0" destOrd="0" presId="urn:microsoft.com/office/officeart/2008/layout/LinedList"/>
    <dgm:cxn modelId="{D8227A09-18F4-4FAA-9829-6FEE975E7A4F}" type="presParOf" srcId="{ADEE4D36-465D-493D-B943-62690B5922C7}" destId="{FB051ABC-F754-4CDF-8B28-F6140F16C8B2}" srcOrd="1" destOrd="0" presId="urn:microsoft.com/office/officeart/2008/layout/LinedList"/>
    <dgm:cxn modelId="{39A32583-339C-4DFE-8A48-EA9B7D673AF6}" type="presParOf" srcId="{4F89D9EB-8F04-4E57-95F3-DD587A433B1C}" destId="{7CE1C5A3-3740-4EF2-BDA8-E7E68CEE3005}" srcOrd="4" destOrd="0" presId="urn:microsoft.com/office/officeart/2008/layout/LinedList"/>
    <dgm:cxn modelId="{9C3FDACA-8905-480A-AAF2-252B05E3F7B6}" type="presParOf" srcId="{4F89D9EB-8F04-4E57-95F3-DD587A433B1C}" destId="{F51EFE40-7BBB-429D-9161-177465A02866}" srcOrd="5" destOrd="0" presId="urn:microsoft.com/office/officeart/2008/layout/LinedList"/>
    <dgm:cxn modelId="{C4647A16-3A1E-4343-AC23-0882DB15BA28}" type="presParOf" srcId="{F51EFE40-7BBB-429D-9161-177465A02866}" destId="{39226513-45E1-4994-9CCA-3D1480579AB5}" srcOrd="0" destOrd="0" presId="urn:microsoft.com/office/officeart/2008/layout/LinedList"/>
    <dgm:cxn modelId="{C7415A77-F1C1-4691-8538-ADE949414225}" type="presParOf" srcId="{F51EFE40-7BBB-429D-9161-177465A02866}" destId="{C8601C04-A4B1-40EE-8560-1F999B404308}" srcOrd="1" destOrd="0" presId="urn:microsoft.com/office/officeart/2008/layout/LinedList"/>
    <dgm:cxn modelId="{3B4F1734-7726-4BD5-BD2E-C524308F3F9A}" type="presParOf" srcId="{4F89D9EB-8F04-4E57-95F3-DD587A433B1C}" destId="{048610BF-E976-440A-8C16-34BB1BBB187F}" srcOrd="6" destOrd="0" presId="urn:microsoft.com/office/officeart/2008/layout/LinedList"/>
    <dgm:cxn modelId="{3680333C-40E6-46B1-A5A2-38BC907A0171}" type="presParOf" srcId="{4F89D9EB-8F04-4E57-95F3-DD587A433B1C}" destId="{7596F61C-C599-434E-9E42-266996E74A24}" srcOrd="7" destOrd="0" presId="urn:microsoft.com/office/officeart/2008/layout/LinedList"/>
    <dgm:cxn modelId="{3CEEF4D9-F6DF-4FB0-B8DC-6E6E017B7724}" type="presParOf" srcId="{7596F61C-C599-434E-9E42-266996E74A24}" destId="{70460039-8B80-4837-A541-4F7479E6B627}" srcOrd="0" destOrd="0" presId="urn:microsoft.com/office/officeart/2008/layout/LinedList"/>
    <dgm:cxn modelId="{1BA856DF-EA76-4228-A9D4-D95D156098A4}" type="presParOf" srcId="{7596F61C-C599-434E-9E42-266996E74A24}" destId="{5FF3E6CA-21BC-4E03-9AC2-0541510794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041A4B1-421F-453E-8078-0CA148F94D17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E2AF62D-C649-4CE8-9339-CD147FD879A0}">
      <dgm:prSet/>
      <dgm:spPr/>
      <dgm:t>
        <a:bodyPr/>
        <a:lstStyle/>
        <a:p>
          <a:r>
            <a:rPr lang="en-US"/>
            <a:t>Starter: ~20 EUR / month</a:t>
          </a:r>
        </a:p>
      </dgm:t>
    </dgm:pt>
    <dgm:pt modelId="{A27C488E-8266-47C0-B428-2394432D03A3}" type="parTrans" cxnId="{694D4785-F4FD-4AFC-B88E-F247725782B1}">
      <dgm:prSet/>
      <dgm:spPr/>
      <dgm:t>
        <a:bodyPr/>
        <a:lstStyle/>
        <a:p>
          <a:endParaRPr lang="en-US"/>
        </a:p>
      </dgm:t>
    </dgm:pt>
    <dgm:pt modelId="{96D42C7F-B9AB-4D43-AB4D-CA47CAFA4915}" type="sibTrans" cxnId="{694D4785-F4FD-4AFC-B88E-F247725782B1}">
      <dgm:prSet/>
      <dgm:spPr/>
      <dgm:t>
        <a:bodyPr/>
        <a:lstStyle/>
        <a:p>
          <a:endParaRPr lang="en-US"/>
        </a:p>
      </dgm:t>
    </dgm:pt>
    <dgm:pt modelId="{E7BB52C3-CFFA-44E2-9CB9-A271F4C8F01E}">
      <dgm:prSet/>
      <dgm:spPr/>
      <dgm:t>
        <a:bodyPr/>
        <a:lstStyle/>
        <a:p>
          <a:r>
            <a:rPr lang="en-US"/>
            <a:t>Pro: ~50–100 EUR / month</a:t>
          </a:r>
        </a:p>
      </dgm:t>
    </dgm:pt>
    <dgm:pt modelId="{C34CB6B0-E356-413B-B1B2-D79B6C40AFF0}" type="parTrans" cxnId="{554EE702-680B-4338-9F19-8EE10AE6AC80}">
      <dgm:prSet/>
      <dgm:spPr/>
      <dgm:t>
        <a:bodyPr/>
        <a:lstStyle/>
        <a:p>
          <a:endParaRPr lang="en-US"/>
        </a:p>
      </dgm:t>
    </dgm:pt>
    <dgm:pt modelId="{86065AFA-1B7E-42BB-9A36-A41EE2D0128A}" type="sibTrans" cxnId="{554EE702-680B-4338-9F19-8EE10AE6AC80}">
      <dgm:prSet/>
      <dgm:spPr/>
      <dgm:t>
        <a:bodyPr/>
        <a:lstStyle/>
        <a:p>
          <a:endParaRPr lang="en-US"/>
        </a:p>
      </dgm:t>
    </dgm:pt>
    <dgm:pt modelId="{162FD50C-060C-439A-A0F9-512D5471C85F}">
      <dgm:prSet/>
      <dgm:spPr/>
      <dgm:t>
        <a:bodyPr/>
        <a:lstStyle/>
        <a:p>
          <a:r>
            <a:rPr lang="en-US"/>
            <a:t>Enterprise: Custom Pricing</a:t>
          </a:r>
        </a:p>
      </dgm:t>
    </dgm:pt>
    <dgm:pt modelId="{1C92EF98-93C9-4DE2-B4A1-C7F21AB320A6}" type="parTrans" cxnId="{7420535D-6BD6-4D6E-BCD8-01C79BFB8463}">
      <dgm:prSet/>
      <dgm:spPr/>
      <dgm:t>
        <a:bodyPr/>
        <a:lstStyle/>
        <a:p>
          <a:endParaRPr lang="en-US"/>
        </a:p>
      </dgm:t>
    </dgm:pt>
    <dgm:pt modelId="{BABFFCEA-35EF-4EFB-93D3-BE542761A0C3}" type="sibTrans" cxnId="{7420535D-6BD6-4D6E-BCD8-01C79BFB8463}">
      <dgm:prSet/>
      <dgm:spPr/>
      <dgm:t>
        <a:bodyPr/>
        <a:lstStyle/>
        <a:p>
          <a:endParaRPr lang="en-US"/>
        </a:p>
      </dgm:t>
    </dgm:pt>
    <dgm:pt modelId="{2B72F2C2-B529-4FF2-8ED7-2878CA13FFD0}">
      <dgm:prSet/>
      <dgm:spPr/>
      <dgm:t>
        <a:bodyPr/>
        <a:lstStyle/>
        <a:p>
          <a:r>
            <a:rPr lang="en-US" dirty="0"/>
            <a:t>Implementation Service: </a:t>
          </a:r>
          <a:endParaRPr lang="th-TH" dirty="0"/>
        </a:p>
        <a:p>
          <a:r>
            <a:rPr lang="en-US" dirty="0"/>
            <a:t>60,000 – 120,000 THB (One-time)</a:t>
          </a:r>
        </a:p>
      </dgm:t>
    </dgm:pt>
    <dgm:pt modelId="{2516FB94-5D86-4D78-B65F-BCE4F4DF27E2}" type="parTrans" cxnId="{002403AD-E337-4308-8BA1-B4E451F9E7F4}">
      <dgm:prSet/>
      <dgm:spPr/>
      <dgm:t>
        <a:bodyPr/>
        <a:lstStyle/>
        <a:p>
          <a:endParaRPr lang="en-US"/>
        </a:p>
      </dgm:t>
    </dgm:pt>
    <dgm:pt modelId="{B5B8285F-B2A1-4265-A629-FB84E0129D5C}" type="sibTrans" cxnId="{002403AD-E337-4308-8BA1-B4E451F9E7F4}">
      <dgm:prSet/>
      <dgm:spPr/>
      <dgm:t>
        <a:bodyPr/>
        <a:lstStyle/>
        <a:p>
          <a:endParaRPr lang="en-US"/>
        </a:p>
      </dgm:t>
    </dgm:pt>
    <dgm:pt modelId="{6DACE946-7CC3-4A88-BFED-6F96CFD5314E}" type="pres">
      <dgm:prSet presAssocID="{B041A4B1-421F-453E-8078-0CA148F94D17}" presName="vert0" presStyleCnt="0">
        <dgm:presLayoutVars>
          <dgm:dir/>
          <dgm:animOne val="branch"/>
          <dgm:animLvl val="lvl"/>
        </dgm:presLayoutVars>
      </dgm:prSet>
      <dgm:spPr/>
    </dgm:pt>
    <dgm:pt modelId="{29E3783A-6E3E-4EBF-A70A-6D3796E2CDFE}" type="pres">
      <dgm:prSet presAssocID="{3E2AF62D-C649-4CE8-9339-CD147FD879A0}" presName="thickLine" presStyleLbl="alignNode1" presStyleIdx="0" presStyleCnt="4"/>
      <dgm:spPr/>
    </dgm:pt>
    <dgm:pt modelId="{3C5455C3-B342-4549-9250-8A291B5E3A43}" type="pres">
      <dgm:prSet presAssocID="{3E2AF62D-C649-4CE8-9339-CD147FD879A0}" presName="horz1" presStyleCnt="0"/>
      <dgm:spPr/>
    </dgm:pt>
    <dgm:pt modelId="{C85AAD4A-FC15-4D37-84F9-7D66D64EBB1E}" type="pres">
      <dgm:prSet presAssocID="{3E2AF62D-C649-4CE8-9339-CD147FD879A0}" presName="tx1" presStyleLbl="revTx" presStyleIdx="0" presStyleCnt="4"/>
      <dgm:spPr/>
    </dgm:pt>
    <dgm:pt modelId="{55C318DA-9CB0-4B89-9CCD-83413B4DE85C}" type="pres">
      <dgm:prSet presAssocID="{3E2AF62D-C649-4CE8-9339-CD147FD879A0}" presName="vert1" presStyleCnt="0"/>
      <dgm:spPr/>
    </dgm:pt>
    <dgm:pt modelId="{5B9E672A-E19F-470C-8441-142EC9F05885}" type="pres">
      <dgm:prSet presAssocID="{E7BB52C3-CFFA-44E2-9CB9-A271F4C8F01E}" presName="thickLine" presStyleLbl="alignNode1" presStyleIdx="1" presStyleCnt="4"/>
      <dgm:spPr/>
    </dgm:pt>
    <dgm:pt modelId="{5FC015D7-7A01-4E5E-B652-EE3BD5EEC9AC}" type="pres">
      <dgm:prSet presAssocID="{E7BB52C3-CFFA-44E2-9CB9-A271F4C8F01E}" presName="horz1" presStyleCnt="0"/>
      <dgm:spPr/>
    </dgm:pt>
    <dgm:pt modelId="{A086DF72-8CAC-4CF0-9796-8B7B9AAA511C}" type="pres">
      <dgm:prSet presAssocID="{E7BB52C3-CFFA-44E2-9CB9-A271F4C8F01E}" presName="tx1" presStyleLbl="revTx" presStyleIdx="1" presStyleCnt="4"/>
      <dgm:spPr/>
    </dgm:pt>
    <dgm:pt modelId="{849F0763-5CB4-4F3F-A53A-2E4AEBB48103}" type="pres">
      <dgm:prSet presAssocID="{E7BB52C3-CFFA-44E2-9CB9-A271F4C8F01E}" presName="vert1" presStyleCnt="0"/>
      <dgm:spPr/>
    </dgm:pt>
    <dgm:pt modelId="{A866731B-1B01-45D4-860F-2435AC07481F}" type="pres">
      <dgm:prSet presAssocID="{162FD50C-060C-439A-A0F9-512D5471C85F}" presName="thickLine" presStyleLbl="alignNode1" presStyleIdx="2" presStyleCnt="4"/>
      <dgm:spPr/>
    </dgm:pt>
    <dgm:pt modelId="{95FDCF59-FAAE-4FF4-9446-CAA328CFE58D}" type="pres">
      <dgm:prSet presAssocID="{162FD50C-060C-439A-A0F9-512D5471C85F}" presName="horz1" presStyleCnt="0"/>
      <dgm:spPr/>
    </dgm:pt>
    <dgm:pt modelId="{01378BEF-EEA6-4E63-A9FD-B8114C49C967}" type="pres">
      <dgm:prSet presAssocID="{162FD50C-060C-439A-A0F9-512D5471C85F}" presName="tx1" presStyleLbl="revTx" presStyleIdx="2" presStyleCnt="4"/>
      <dgm:spPr/>
    </dgm:pt>
    <dgm:pt modelId="{073B9D9E-8298-4B3D-B55F-277E6006FA00}" type="pres">
      <dgm:prSet presAssocID="{162FD50C-060C-439A-A0F9-512D5471C85F}" presName="vert1" presStyleCnt="0"/>
      <dgm:spPr/>
    </dgm:pt>
    <dgm:pt modelId="{9FC8B04A-B081-42FE-AE88-087CF6BB8CC8}" type="pres">
      <dgm:prSet presAssocID="{2B72F2C2-B529-4FF2-8ED7-2878CA13FFD0}" presName="thickLine" presStyleLbl="alignNode1" presStyleIdx="3" presStyleCnt="4"/>
      <dgm:spPr/>
    </dgm:pt>
    <dgm:pt modelId="{BE46DC2B-7E51-487D-B98E-0917E3F4624A}" type="pres">
      <dgm:prSet presAssocID="{2B72F2C2-B529-4FF2-8ED7-2878CA13FFD0}" presName="horz1" presStyleCnt="0"/>
      <dgm:spPr/>
    </dgm:pt>
    <dgm:pt modelId="{E3F175C8-6CBA-48C2-AB61-75CAF065D5FC}" type="pres">
      <dgm:prSet presAssocID="{2B72F2C2-B529-4FF2-8ED7-2878CA13FFD0}" presName="tx1" presStyleLbl="revTx" presStyleIdx="3" presStyleCnt="4"/>
      <dgm:spPr/>
    </dgm:pt>
    <dgm:pt modelId="{CAB0B1C7-6629-43F8-A305-2B5CE29AB61D}" type="pres">
      <dgm:prSet presAssocID="{2B72F2C2-B529-4FF2-8ED7-2878CA13FFD0}" presName="vert1" presStyleCnt="0"/>
      <dgm:spPr/>
    </dgm:pt>
  </dgm:ptLst>
  <dgm:cxnLst>
    <dgm:cxn modelId="{554EE702-680B-4338-9F19-8EE10AE6AC80}" srcId="{B041A4B1-421F-453E-8078-0CA148F94D17}" destId="{E7BB52C3-CFFA-44E2-9CB9-A271F4C8F01E}" srcOrd="1" destOrd="0" parTransId="{C34CB6B0-E356-413B-B1B2-D79B6C40AFF0}" sibTransId="{86065AFA-1B7E-42BB-9A36-A41EE2D0128A}"/>
    <dgm:cxn modelId="{D6F48C06-64F5-4994-899A-F6E4AF8E0A43}" type="presOf" srcId="{3E2AF62D-C649-4CE8-9339-CD147FD879A0}" destId="{C85AAD4A-FC15-4D37-84F9-7D66D64EBB1E}" srcOrd="0" destOrd="0" presId="urn:microsoft.com/office/officeart/2008/layout/LinedList"/>
    <dgm:cxn modelId="{7420535D-6BD6-4D6E-BCD8-01C79BFB8463}" srcId="{B041A4B1-421F-453E-8078-0CA148F94D17}" destId="{162FD50C-060C-439A-A0F9-512D5471C85F}" srcOrd="2" destOrd="0" parTransId="{1C92EF98-93C9-4DE2-B4A1-C7F21AB320A6}" sibTransId="{BABFFCEA-35EF-4EFB-93D3-BE542761A0C3}"/>
    <dgm:cxn modelId="{67B15C47-0BAD-4724-8182-C3F2D69EAF15}" type="presOf" srcId="{162FD50C-060C-439A-A0F9-512D5471C85F}" destId="{01378BEF-EEA6-4E63-A9FD-B8114C49C967}" srcOrd="0" destOrd="0" presId="urn:microsoft.com/office/officeart/2008/layout/LinedList"/>
    <dgm:cxn modelId="{E881C74B-8E00-49D3-B339-8ABC7F7DBF78}" type="presOf" srcId="{B041A4B1-421F-453E-8078-0CA148F94D17}" destId="{6DACE946-7CC3-4A88-BFED-6F96CFD5314E}" srcOrd="0" destOrd="0" presId="urn:microsoft.com/office/officeart/2008/layout/LinedList"/>
    <dgm:cxn modelId="{694D4785-F4FD-4AFC-B88E-F247725782B1}" srcId="{B041A4B1-421F-453E-8078-0CA148F94D17}" destId="{3E2AF62D-C649-4CE8-9339-CD147FD879A0}" srcOrd="0" destOrd="0" parTransId="{A27C488E-8266-47C0-B428-2394432D03A3}" sibTransId="{96D42C7F-B9AB-4D43-AB4D-CA47CAFA4915}"/>
    <dgm:cxn modelId="{EEE6DC97-FEF8-4FA1-B637-CDD71BAAF5DA}" type="presOf" srcId="{2B72F2C2-B529-4FF2-8ED7-2878CA13FFD0}" destId="{E3F175C8-6CBA-48C2-AB61-75CAF065D5FC}" srcOrd="0" destOrd="0" presId="urn:microsoft.com/office/officeart/2008/layout/LinedList"/>
    <dgm:cxn modelId="{002403AD-E337-4308-8BA1-B4E451F9E7F4}" srcId="{B041A4B1-421F-453E-8078-0CA148F94D17}" destId="{2B72F2C2-B529-4FF2-8ED7-2878CA13FFD0}" srcOrd="3" destOrd="0" parTransId="{2516FB94-5D86-4D78-B65F-BCE4F4DF27E2}" sibTransId="{B5B8285F-B2A1-4265-A629-FB84E0129D5C}"/>
    <dgm:cxn modelId="{BFA101DC-1972-4986-8D60-22C70FEAFD2B}" type="presOf" srcId="{E7BB52C3-CFFA-44E2-9CB9-A271F4C8F01E}" destId="{A086DF72-8CAC-4CF0-9796-8B7B9AAA511C}" srcOrd="0" destOrd="0" presId="urn:microsoft.com/office/officeart/2008/layout/LinedList"/>
    <dgm:cxn modelId="{E732DFFE-3A47-41A3-9A31-C4AE7DA13D58}" type="presParOf" srcId="{6DACE946-7CC3-4A88-BFED-6F96CFD5314E}" destId="{29E3783A-6E3E-4EBF-A70A-6D3796E2CDFE}" srcOrd="0" destOrd="0" presId="urn:microsoft.com/office/officeart/2008/layout/LinedList"/>
    <dgm:cxn modelId="{DECFDCFB-C4C0-4F8C-9C4C-A66FCFF6E5A0}" type="presParOf" srcId="{6DACE946-7CC3-4A88-BFED-6F96CFD5314E}" destId="{3C5455C3-B342-4549-9250-8A291B5E3A43}" srcOrd="1" destOrd="0" presId="urn:microsoft.com/office/officeart/2008/layout/LinedList"/>
    <dgm:cxn modelId="{E73EEB07-602D-4CA9-947A-922A63E02775}" type="presParOf" srcId="{3C5455C3-B342-4549-9250-8A291B5E3A43}" destId="{C85AAD4A-FC15-4D37-84F9-7D66D64EBB1E}" srcOrd="0" destOrd="0" presId="urn:microsoft.com/office/officeart/2008/layout/LinedList"/>
    <dgm:cxn modelId="{0AA97946-EF65-4E43-9E6D-70F2699C1A3B}" type="presParOf" srcId="{3C5455C3-B342-4549-9250-8A291B5E3A43}" destId="{55C318DA-9CB0-4B89-9CCD-83413B4DE85C}" srcOrd="1" destOrd="0" presId="urn:microsoft.com/office/officeart/2008/layout/LinedList"/>
    <dgm:cxn modelId="{4AB1FA95-8334-4C31-95B9-3B8126B246A7}" type="presParOf" srcId="{6DACE946-7CC3-4A88-BFED-6F96CFD5314E}" destId="{5B9E672A-E19F-470C-8441-142EC9F05885}" srcOrd="2" destOrd="0" presId="urn:microsoft.com/office/officeart/2008/layout/LinedList"/>
    <dgm:cxn modelId="{A56A61E4-C219-4D0C-823A-BFBF455A44E5}" type="presParOf" srcId="{6DACE946-7CC3-4A88-BFED-6F96CFD5314E}" destId="{5FC015D7-7A01-4E5E-B652-EE3BD5EEC9AC}" srcOrd="3" destOrd="0" presId="urn:microsoft.com/office/officeart/2008/layout/LinedList"/>
    <dgm:cxn modelId="{A1BD7C30-02AD-4047-9DBD-F7C6D5D49AA0}" type="presParOf" srcId="{5FC015D7-7A01-4E5E-B652-EE3BD5EEC9AC}" destId="{A086DF72-8CAC-4CF0-9796-8B7B9AAA511C}" srcOrd="0" destOrd="0" presId="urn:microsoft.com/office/officeart/2008/layout/LinedList"/>
    <dgm:cxn modelId="{EA11F2E7-A861-4923-A9D3-A1FB37FFAAC3}" type="presParOf" srcId="{5FC015D7-7A01-4E5E-B652-EE3BD5EEC9AC}" destId="{849F0763-5CB4-4F3F-A53A-2E4AEBB48103}" srcOrd="1" destOrd="0" presId="urn:microsoft.com/office/officeart/2008/layout/LinedList"/>
    <dgm:cxn modelId="{C928D5A1-38B8-482E-BC77-FB9A4AC33658}" type="presParOf" srcId="{6DACE946-7CC3-4A88-BFED-6F96CFD5314E}" destId="{A866731B-1B01-45D4-860F-2435AC07481F}" srcOrd="4" destOrd="0" presId="urn:microsoft.com/office/officeart/2008/layout/LinedList"/>
    <dgm:cxn modelId="{98493C3C-2CA8-4FCE-8356-F09725959E16}" type="presParOf" srcId="{6DACE946-7CC3-4A88-BFED-6F96CFD5314E}" destId="{95FDCF59-FAAE-4FF4-9446-CAA328CFE58D}" srcOrd="5" destOrd="0" presId="urn:microsoft.com/office/officeart/2008/layout/LinedList"/>
    <dgm:cxn modelId="{178F6653-222A-4F8E-9BA7-345D9CE4FC4C}" type="presParOf" srcId="{95FDCF59-FAAE-4FF4-9446-CAA328CFE58D}" destId="{01378BEF-EEA6-4E63-A9FD-B8114C49C967}" srcOrd="0" destOrd="0" presId="urn:microsoft.com/office/officeart/2008/layout/LinedList"/>
    <dgm:cxn modelId="{A4668E02-F915-4EA1-88C0-58EC7BE182D1}" type="presParOf" srcId="{95FDCF59-FAAE-4FF4-9446-CAA328CFE58D}" destId="{073B9D9E-8298-4B3D-B55F-277E6006FA00}" srcOrd="1" destOrd="0" presId="urn:microsoft.com/office/officeart/2008/layout/LinedList"/>
    <dgm:cxn modelId="{00595DD9-D9E3-4FD5-B191-6404691A778D}" type="presParOf" srcId="{6DACE946-7CC3-4A88-BFED-6F96CFD5314E}" destId="{9FC8B04A-B081-42FE-AE88-087CF6BB8CC8}" srcOrd="6" destOrd="0" presId="urn:microsoft.com/office/officeart/2008/layout/LinedList"/>
    <dgm:cxn modelId="{85EA5FE8-F7DB-46A9-8E57-AD86F0694F54}" type="presParOf" srcId="{6DACE946-7CC3-4A88-BFED-6F96CFD5314E}" destId="{BE46DC2B-7E51-487D-B98E-0917E3F4624A}" srcOrd="7" destOrd="0" presId="urn:microsoft.com/office/officeart/2008/layout/LinedList"/>
    <dgm:cxn modelId="{D3BC91FE-94BA-4BD6-8650-C46DC0DD857A}" type="presParOf" srcId="{BE46DC2B-7E51-487D-B98E-0917E3F4624A}" destId="{E3F175C8-6CBA-48C2-AB61-75CAF065D5FC}" srcOrd="0" destOrd="0" presId="urn:microsoft.com/office/officeart/2008/layout/LinedList"/>
    <dgm:cxn modelId="{7EC017BA-C3AF-481D-BE65-AC56F82527AC}" type="presParOf" srcId="{BE46DC2B-7E51-487D-B98E-0917E3F4624A}" destId="{CAB0B1C7-6629-43F8-A305-2B5CE29AB6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0BB1255-5FB8-415E-8B7C-93C67D381B92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45570A7-1F71-4989-A721-0AC1158B4E6C}">
      <dgm:prSet custT="1"/>
      <dgm:spPr/>
      <dgm:t>
        <a:bodyPr/>
        <a:lstStyle/>
        <a:p>
          <a:r>
            <a:rPr lang="en-US" sz="3600" dirty="0"/>
            <a:t>REST API (User / Request / KB)</a:t>
          </a:r>
        </a:p>
      </dgm:t>
    </dgm:pt>
    <dgm:pt modelId="{D2BED0B4-733C-4A04-8F8F-1AA8D2085BD7}" type="parTrans" cxnId="{249D2622-1F02-457C-9AF8-8AD48F4D3532}">
      <dgm:prSet/>
      <dgm:spPr/>
      <dgm:t>
        <a:bodyPr/>
        <a:lstStyle/>
        <a:p>
          <a:endParaRPr lang="en-US"/>
        </a:p>
      </dgm:t>
    </dgm:pt>
    <dgm:pt modelId="{AA663AB7-C8C5-47F2-84A8-C005C2C3F525}" type="sibTrans" cxnId="{249D2622-1F02-457C-9AF8-8AD48F4D3532}">
      <dgm:prSet/>
      <dgm:spPr/>
      <dgm:t>
        <a:bodyPr/>
        <a:lstStyle/>
        <a:p>
          <a:endParaRPr lang="en-US"/>
        </a:p>
      </dgm:t>
    </dgm:pt>
    <dgm:pt modelId="{41894B15-E389-4CA7-90F1-9681199D7248}">
      <dgm:prSet/>
      <dgm:spPr/>
      <dgm:t>
        <a:bodyPr/>
        <a:lstStyle/>
        <a:p>
          <a:r>
            <a:rPr lang="en-US"/>
            <a:t>UDF Mapping (LINE User ID)</a:t>
          </a:r>
        </a:p>
      </dgm:t>
    </dgm:pt>
    <dgm:pt modelId="{47D3F0CA-CAE5-4898-8BD8-0902BB6B8566}" type="parTrans" cxnId="{FB97515D-4780-40C9-AC28-93E0F86E1CE7}">
      <dgm:prSet/>
      <dgm:spPr/>
      <dgm:t>
        <a:bodyPr/>
        <a:lstStyle/>
        <a:p>
          <a:endParaRPr lang="en-US"/>
        </a:p>
      </dgm:t>
    </dgm:pt>
    <dgm:pt modelId="{63E0B452-146A-4E4C-B2C4-02334CAC52B3}" type="sibTrans" cxnId="{FB97515D-4780-40C9-AC28-93E0F86E1CE7}">
      <dgm:prSet/>
      <dgm:spPr/>
      <dgm:t>
        <a:bodyPr/>
        <a:lstStyle/>
        <a:p>
          <a:endParaRPr lang="en-US"/>
        </a:p>
      </dgm:t>
    </dgm:pt>
    <dgm:pt modelId="{19B474EE-49A9-4A92-B9A8-389582F55089}">
      <dgm:prSet/>
      <dgm:spPr/>
      <dgm:t>
        <a:bodyPr/>
        <a:lstStyle/>
        <a:p>
          <a:r>
            <a:rPr lang="en-US"/>
            <a:t>Ticket Status &amp; Resolution</a:t>
          </a:r>
        </a:p>
      </dgm:t>
    </dgm:pt>
    <dgm:pt modelId="{9B158458-530F-4E56-87E0-32A093516798}" type="parTrans" cxnId="{CFAA9B74-95C8-4925-BE31-36013EFA3870}">
      <dgm:prSet/>
      <dgm:spPr/>
      <dgm:t>
        <a:bodyPr/>
        <a:lstStyle/>
        <a:p>
          <a:endParaRPr lang="en-US"/>
        </a:p>
      </dgm:t>
    </dgm:pt>
    <dgm:pt modelId="{E702DE7D-10C6-46E0-8C7B-33F6B1009BB3}" type="sibTrans" cxnId="{CFAA9B74-95C8-4925-BE31-36013EFA3870}">
      <dgm:prSet/>
      <dgm:spPr/>
      <dgm:t>
        <a:bodyPr/>
        <a:lstStyle/>
        <a:p>
          <a:endParaRPr lang="en-US"/>
        </a:p>
      </dgm:t>
    </dgm:pt>
    <dgm:pt modelId="{3F26B9B3-74C6-46E9-8BEA-B19BE0E0A9E6}">
      <dgm:prSet/>
      <dgm:spPr/>
      <dgm:t>
        <a:bodyPr/>
        <a:lstStyle/>
        <a:p>
          <a:r>
            <a:rPr lang="en-US"/>
            <a:t>Future AI Enhancement</a:t>
          </a:r>
        </a:p>
      </dgm:t>
    </dgm:pt>
    <dgm:pt modelId="{E0DE5999-930D-4F73-AFCF-8785E09029DD}" type="parTrans" cxnId="{73961C7C-AA61-4B42-99AE-758C713F4D61}">
      <dgm:prSet/>
      <dgm:spPr/>
      <dgm:t>
        <a:bodyPr/>
        <a:lstStyle/>
        <a:p>
          <a:endParaRPr lang="en-US"/>
        </a:p>
      </dgm:t>
    </dgm:pt>
    <dgm:pt modelId="{2AA2B680-B558-451D-9A4D-99A5464CB67A}" type="sibTrans" cxnId="{73961C7C-AA61-4B42-99AE-758C713F4D61}">
      <dgm:prSet/>
      <dgm:spPr/>
      <dgm:t>
        <a:bodyPr/>
        <a:lstStyle/>
        <a:p>
          <a:endParaRPr lang="en-US"/>
        </a:p>
      </dgm:t>
    </dgm:pt>
    <dgm:pt modelId="{44FD1EDC-9279-467F-8070-6DF72CDB5C7D}" type="pres">
      <dgm:prSet presAssocID="{10BB1255-5FB8-415E-8B7C-93C67D381B92}" presName="vert0" presStyleCnt="0">
        <dgm:presLayoutVars>
          <dgm:dir/>
          <dgm:animOne val="branch"/>
          <dgm:animLvl val="lvl"/>
        </dgm:presLayoutVars>
      </dgm:prSet>
      <dgm:spPr/>
    </dgm:pt>
    <dgm:pt modelId="{5C4D1DD3-4960-4285-A5B9-75A57F3D10FF}" type="pres">
      <dgm:prSet presAssocID="{A45570A7-1F71-4989-A721-0AC1158B4E6C}" presName="thickLine" presStyleLbl="alignNode1" presStyleIdx="0" presStyleCnt="4"/>
      <dgm:spPr/>
    </dgm:pt>
    <dgm:pt modelId="{01469043-0233-475D-AA6B-F9363CBFEB51}" type="pres">
      <dgm:prSet presAssocID="{A45570A7-1F71-4989-A721-0AC1158B4E6C}" presName="horz1" presStyleCnt="0"/>
      <dgm:spPr/>
    </dgm:pt>
    <dgm:pt modelId="{E2694C37-A702-4F18-8E33-29B900E2A0B1}" type="pres">
      <dgm:prSet presAssocID="{A45570A7-1F71-4989-A721-0AC1158B4E6C}" presName="tx1" presStyleLbl="revTx" presStyleIdx="0" presStyleCnt="4"/>
      <dgm:spPr/>
    </dgm:pt>
    <dgm:pt modelId="{05CAB8A2-E54B-4886-B466-5ADBF0D06D9B}" type="pres">
      <dgm:prSet presAssocID="{A45570A7-1F71-4989-A721-0AC1158B4E6C}" presName="vert1" presStyleCnt="0"/>
      <dgm:spPr/>
    </dgm:pt>
    <dgm:pt modelId="{F5D99CCB-76E0-4133-BD47-5BE820E8261E}" type="pres">
      <dgm:prSet presAssocID="{41894B15-E389-4CA7-90F1-9681199D7248}" presName="thickLine" presStyleLbl="alignNode1" presStyleIdx="1" presStyleCnt="4"/>
      <dgm:spPr/>
    </dgm:pt>
    <dgm:pt modelId="{0C566DA4-36A1-4C2E-8EDB-3DDDB45ED43B}" type="pres">
      <dgm:prSet presAssocID="{41894B15-E389-4CA7-90F1-9681199D7248}" presName="horz1" presStyleCnt="0"/>
      <dgm:spPr/>
    </dgm:pt>
    <dgm:pt modelId="{BA2A99CA-7014-4ABD-B7EA-3051B59D5C70}" type="pres">
      <dgm:prSet presAssocID="{41894B15-E389-4CA7-90F1-9681199D7248}" presName="tx1" presStyleLbl="revTx" presStyleIdx="1" presStyleCnt="4"/>
      <dgm:spPr/>
    </dgm:pt>
    <dgm:pt modelId="{DAE29810-5FE6-431C-B056-BFFF17851C4C}" type="pres">
      <dgm:prSet presAssocID="{41894B15-E389-4CA7-90F1-9681199D7248}" presName="vert1" presStyleCnt="0"/>
      <dgm:spPr/>
    </dgm:pt>
    <dgm:pt modelId="{33C997B4-4AF5-482B-9175-9F0FE90A496B}" type="pres">
      <dgm:prSet presAssocID="{19B474EE-49A9-4A92-B9A8-389582F55089}" presName="thickLine" presStyleLbl="alignNode1" presStyleIdx="2" presStyleCnt="4"/>
      <dgm:spPr/>
    </dgm:pt>
    <dgm:pt modelId="{F30BF5CB-D4E1-4EF1-98DB-D3CC44CD537A}" type="pres">
      <dgm:prSet presAssocID="{19B474EE-49A9-4A92-B9A8-389582F55089}" presName="horz1" presStyleCnt="0"/>
      <dgm:spPr/>
    </dgm:pt>
    <dgm:pt modelId="{E32AA68F-5FE2-4D40-8153-1B4024B161AC}" type="pres">
      <dgm:prSet presAssocID="{19B474EE-49A9-4A92-B9A8-389582F55089}" presName="tx1" presStyleLbl="revTx" presStyleIdx="2" presStyleCnt="4"/>
      <dgm:spPr/>
    </dgm:pt>
    <dgm:pt modelId="{8D8C6D50-3E9B-43E0-9B8E-BD2942FF5130}" type="pres">
      <dgm:prSet presAssocID="{19B474EE-49A9-4A92-B9A8-389582F55089}" presName="vert1" presStyleCnt="0"/>
      <dgm:spPr/>
    </dgm:pt>
    <dgm:pt modelId="{91A8C148-10CC-40E2-8A80-E0FE3F27E98E}" type="pres">
      <dgm:prSet presAssocID="{3F26B9B3-74C6-46E9-8BEA-B19BE0E0A9E6}" presName="thickLine" presStyleLbl="alignNode1" presStyleIdx="3" presStyleCnt="4"/>
      <dgm:spPr/>
    </dgm:pt>
    <dgm:pt modelId="{38F1FE0A-6005-4EAC-B875-2DCF08B2DA56}" type="pres">
      <dgm:prSet presAssocID="{3F26B9B3-74C6-46E9-8BEA-B19BE0E0A9E6}" presName="horz1" presStyleCnt="0"/>
      <dgm:spPr/>
    </dgm:pt>
    <dgm:pt modelId="{65892F65-FD8A-436A-AC18-62FDE34EAE83}" type="pres">
      <dgm:prSet presAssocID="{3F26B9B3-74C6-46E9-8BEA-B19BE0E0A9E6}" presName="tx1" presStyleLbl="revTx" presStyleIdx="3" presStyleCnt="4"/>
      <dgm:spPr/>
    </dgm:pt>
    <dgm:pt modelId="{9A9ED068-CA25-4A88-A56E-7ABAFF7E3760}" type="pres">
      <dgm:prSet presAssocID="{3F26B9B3-74C6-46E9-8BEA-B19BE0E0A9E6}" presName="vert1" presStyleCnt="0"/>
      <dgm:spPr/>
    </dgm:pt>
  </dgm:ptLst>
  <dgm:cxnLst>
    <dgm:cxn modelId="{13C4EA01-99D6-4BD3-BC35-CC1D16B2CEDC}" type="presOf" srcId="{10BB1255-5FB8-415E-8B7C-93C67D381B92}" destId="{44FD1EDC-9279-467F-8070-6DF72CDB5C7D}" srcOrd="0" destOrd="0" presId="urn:microsoft.com/office/officeart/2008/layout/LinedList"/>
    <dgm:cxn modelId="{249D2622-1F02-457C-9AF8-8AD48F4D3532}" srcId="{10BB1255-5FB8-415E-8B7C-93C67D381B92}" destId="{A45570A7-1F71-4989-A721-0AC1158B4E6C}" srcOrd="0" destOrd="0" parTransId="{D2BED0B4-733C-4A04-8F8F-1AA8D2085BD7}" sibTransId="{AA663AB7-C8C5-47F2-84A8-C005C2C3F525}"/>
    <dgm:cxn modelId="{FB97515D-4780-40C9-AC28-93E0F86E1CE7}" srcId="{10BB1255-5FB8-415E-8B7C-93C67D381B92}" destId="{41894B15-E389-4CA7-90F1-9681199D7248}" srcOrd="1" destOrd="0" parTransId="{47D3F0CA-CAE5-4898-8BD8-0902BB6B8566}" sibTransId="{63E0B452-146A-4E4C-B2C4-02334CAC52B3}"/>
    <dgm:cxn modelId="{60AF4A74-F624-4C44-A56C-608CE0196D1D}" type="presOf" srcId="{3F26B9B3-74C6-46E9-8BEA-B19BE0E0A9E6}" destId="{65892F65-FD8A-436A-AC18-62FDE34EAE83}" srcOrd="0" destOrd="0" presId="urn:microsoft.com/office/officeart/2008/layout/LinedList"/>
    <dgm:cxn modelId="{CFAA9B74-95C8-4925-BE31-36013EFA3870}" srcId="{10BB1255-5FB8-415E-8B7C-93C67D381B92}" destId="{19B474EE-49A9-4A92-B9A8-389582F55089}" srcOrd="2" destOrd="0" parTransId="{9B158458-530F-4E56-87E0-32A093516798}" sibTransId="{E702DE7D-10C6-46E0-8C7B-33F6B1009BB3}"/>
    <dgm:cxn modelId="{73961C7C-AA61-4B42-99AE-758C713F4D61}" srcId="{10BB1255-5FB8-415E-8B7C-93C67D381B92}" destId="{3F26B9B3-74C6-46E9-8BEA-B19BE0E0A9E6}" srcOrd="3" destOrd="0" parTransId="{E0DE5999-930D-4F73-AFCF-8785E09029DD}" sibTransId="{2AA2B680-B558-451D-9A4D-99A5464CB67A}"/>
    <dgm:cxn modelId="{7AA8F8B1-2589-420C-8C6B-99291CDCD217}" type="presOf" srcId="{19B474EE-49A9-4A92-B9A8-389582F55089}" destId="{E32AA68F-5FE2-4D40-8153-1B4024B161AC}" srcOrd="0" destOrd="0" presId="urn:microsoft.com/office/officeart/2008/layout/LinedList"/>
    <dgm:cxn modelId="{27BB69C2-81E8-4C0C-8236-302145F7363F}" type="presOf" srcId="{41894B15-E389-4CA7-90F1-9681199D7248}" destId="{BA2A99CA-7014-4ABD-B7EA-3051B59D5C70}" srcOrd="0" destOrd="0" presId="urn:microsoft.com/office/officeart/2008/layout/LinedList"/>
    <dgm:cxn modelId="{4C72BADA-05D9-4572-B9D7-30FDE9AB2C46}" type="presOf" srcId="{A45570A7-1F71-4989-A721-0AC1158B4E6C}" destId="{E2694C37-A702-4F18-8E33-29B900E2A0B1}" srcOrd="0" destOrd="0" presId="urn:microsoft.com/office/officeart/2008/layout/LinedList"/>
    <dgm:cxn modelId="{E5DFDEF3-957C-4620-A231-3957338E0B70}" type="presParOf" srcId="{44FD1EDC-9279-467F-8070-6DF72CDB5C7D}" destId="{5C4D1DD3-4960-4285-A5B9-75A57F3D10FF}" srcOrd="0" destOrd="0" presId="urn:microsoft.com/office/officeart/2008/layout/LinedList"/>
    <dgm:cxn modelId="{F811F6C9-B8A9-406F-94D4-CF068D859962}" type="presParOf" srcId="{44FD1EDC-9279-467F-8070-6DF72CDB5C7D}" destId="{01469043-0233-475D-AA6B-F9363CBFEB51}" srcOrd="1" destOrd="0" presId="urn:microsoft.com/office/officeart/2008/layout/LinedList"/>
    <dgm:cxn modelId="{69EBBE90-BC18-4F4D-A31A-90975280D6FA}" type="presParOf" srcId="{01469043-0233-475D-AA6B-F9363CBFEB51}" destId="{E2694C37-A702-4F18-8E33-29B900E2A0B1}" srcOrd="0" destOrd="0" presId="urn:microsoft.com/office/officeart/2008/layout/LinedList"/>
    <dgm:cxn modelId="{112233FB-9B28-4044-9F7A-EB807D6B1358}" type="presParOf" srcId="{01469043-0233-475D-AA6B-F9363CBFEB51}" destId="{05CAB8A2-E54B-4886-B466-5ADBF0D06D9B}" srcOrd="1" destOrd="0" presId="urn:microsoft.com/office/officeart/2008/layout/LinedList"/>
    <dgm:cxn modelId="{9102E5E7-AC7C-4EDA-9D34-3763FFE68DB6}" type="presParOf" srcId="{44FD1EDC-9279-467F-8070-6DF72CDB5C7D}" destId="{F5D99CCB-76E0-4133-BD47-5BE820E8261E}" srcOrd="2" destOrd="0" presId="urn:microsoft.com/office/officeart/2008/layout/LinedList"/>
    <dgm:cxn modelId="{98903B14-56C8-4B82-9FD7-63571D135037}" type="presParOf" srcId="{44FD1EDC-9279-467F-8070-6DF72CDB5C7D}" destId="{0C566DA4-36A1-4C2E-8EDB-3DDDB45ED43B}" srcOrd="3" destOrd="0" presId="urn:microsoft.com/office/officeart/2008/layout/LinedList"/>
    <dgm:cxn modelId="{47F9D1CA-F665-4633-92B4-6A59E71EA48E}" type="presParOf" srcId="{0C566DA4-36A1-4C2E-8EDB-3DDDB45ED43B}" destId="{BA2A99CA-7014-4ABD-B7EA-3051B59D5C70}" srcOrd="0" destOrd="0" presId="urn:microsoft.com/office/officeart/2008/layout/LinedList"/>
    <dgm:cxn modelId="{408387FE-6570-4B41-B941-111A128DDE56}" type="presParOf" srcId="{0C566DA4-36A1-4C2E-8EDB-3DDDB45ED43B}" destId="{DAE29810-5FE6-431C-B056-BFFF17851C4C}" srcOrd="1" destOrd="0" presId="urn:microsoft.com/office/officeart/2008/layout/LinedList"/>
    <dgm:cxn modelId="{310B3767-823D-40D6-B985-F4703D38CF15}" type="presParOf" srcId="{44FD1EDC-9279-467F-8070-6DF72CDB5C7D}" destId="{33C997B4-4AF5-482B-9175-9F0FE90A496B}" srcOrd="4" destOrd="0" presId="urn:microsoft.com/office/officeart/2008/layout/LinedList"/>
    <dgm:cxn modelId="{A3806B3C-DA20-47F0-A466-7CC52D7198E3}" type="presParOf" srcId="{44FD1EDC-9279-467F-8070-6DF72CDB5C7D}" destId="{F30BF5CB-D4E1-4EF1-98DB-D3CC44CD537A}" srcOrd="5" destOrd="0" presId="urn:microsoft.com/office/officeart/2008/layout/LinedList"/>
    <dgm:cxn modelId="{C67C7568-A25C-4D5F-B8B3-9A49CAF1DE1A}" type="presParOf" srcId="{F30BF5CB-D4E1-4EF1-98DB-D3CC44CD537A}" destId="{E32AA68F-5FE2-4D40-8153-1B4024B161AC}" srcOrd="0" destOrd="0" presId="urn:microsoft.com/office/officeart/2008/layout/LinedList"/>
    <dgm:cxn modelId="{B9C4A99F-39F8-4A7B-A19F-F2207CE50780}" type="presParOf" srcId="{F30BF5CB-D4E1-4EF1-98DB-D3CC44CD537A}" destId="{8D8C6D50-3E9B-43E0-9B8E-BD2942FF5130}" srcOrd="1" destOrd="0" presId="urn:microsoft.com/office/officeart/2008/layout/LinedList"/>
    <dgm:cxn modelId="{98142592-B25A-45A9-AE9F-61761B1EA70A}" type="presParOf" srcId="{44FD1EDC-9279-467F-8070-6DF72CDB5C7D}" destId="{91A8C148-10CC-40E2-8A80-E0FE3F27E98E}" srcOrd="6" destOrd="0" presId="urn:microsoft.com/office/officeart/2008/layout/LinedList"/>
    <dgm:cxn modelId="{FF4B8031-B1CE-4562-A912-FF0C559D0BB1}" type="presParOf" srcId="{44FD1EDC-9279-467F-8070-6DF72CDB5C7D}" destId="{38F1FE0A-6005-4EAC-B875-2DCF08B2DA56}" srcOrd="7" destOrd="0" presId="urn:microsoft.com/office/officeart/2008/layout/LinedList"/>
    <dgm:cxn modelId="{228E2DDD-8F16-4D53-A001-F3C1886FF633}" type="presParOf" srcId="{38F1FE0A-6005-4EAC-B875-2DCF08B2DA56}" destId="{65892F65-FD8A-436A-AC18-62FDE34EAE83}" srcOrd="0" destOrd="0" presId="urn:microsoft.com/office/officeart/2008/layout/LinedList"/>
    <dgm:cxn modelId="{3E5B686D-C016-48CB-882F-8116B710704A}" type="presParOf" srcId="{38F1FE0A-6005-4EAC-B875-2DCF08B2DA56}" destId="{9A9ED068-CA25-4A88-A56E-7ABAFF7E376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D5112C7-9B55-466B-B169-0ECDBE2AEC2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C58DFE1-3DAC-4343-80D8-08D1125F60C2}">
      <dgm:prSet/>
      <dgm:spPr/>
      <dgm:t>
        <a:bodyPr/>
        <a:lstStyle/>
        <a:p>
          <a:r>
            <a:rPr lang="en-US"/>
            <a:t>LINE Webhook → DMZ (n8n)</a:t>
          </a:r>
        </a:p>
      </dgm:t>
    </dgm:pt>
    <dgm:pt modelId="{224AC976-52FC-4C30-B906-E92DA18BE9FB}" type="parTrans" cxnId="{6DBA2BE8-E61B-4924-AB9E-F941061DB91F}">
      <dgm:prSet/>
      <dgm:spPr/>
      <dgm:t>
        <a:bodyPr/>
        <a:lstStyle/>
        <a:p>
          <a:endParaRPr lang="en-US"/>
        </a:p>
      </dgm:t>
    </dgm:pt>
    <dgm:pt modelId="{0DED9B5B-F8EF-4476-9395-27B63129083A}" type="sibTrans" cxnId="{6DBA2BE8-E61B-4924-AB9E-F941061DB91F}">
      <dgm:prSet/>
      <dgm:spPr/>
      <dgm:t>
        <a:bodyPr/>
        <a:lstStyle/>
        <a:p>
          <a:endParaRPr lang="en-US"/>
        </a:p>
      </dgm:t>
    </dgm:pt>
    <dgm:pt modelId="{AD1A8CCA-CF47-49AF-8CEA-443B92464240}">
      <dgm:prSet/>
      <dgm:spPr/>
      <dgm:t>
        <a:bodyPr/>
        <a:lstStyle/>
        <a:p>
          <a:r>
            <a:rPr lang="en-US"/>
            <a:t>Firewall + HTTPS</a:t>
          </a:r>
        </a:p>
      </dgm:t>
    </dgm:pt>
    <dgm:pt modelId="{75B95986-E740-42F9-8926-A995AF1DD4FA}" type="parTrans" cxnId="{8C15D678-11C6-4049-9BB0-77605E7C1ABE}">
      <dgm:prSet/>
      <dgm:spPr/>
      <dgm:t>
        <a:bodyPr/>
        <a:lstStyle/>
        <a:p>
          <a:endParaRPr lang="en-US"/>
        </a:p>
      </dgm:t>
    </dgm:pt>
    <dgm:pt modelId="{1FB3919F-079D-4472-B389-415F0CD39C71}" type="sibTrans" cxnId="{8C15D678-11C6-4049-9BB0-77605E7C1ABE}">
      <dgm:prSet/>
      <dgm:spPr/>
      <dgm:t>
        <a:bodyPr/>
        <a:lstStyle/>
        <a:p>
          <a:endParaRPr lang="en-US"/>
        </a:p>
      </dgm:t>
    </dgm:pt>
    <dgm:pt modelId="{4B7D254D-2A96-4525-AF54-27CB9B4F1874}">
      <dgm:prSet/>
      <dgm:spPr/>
      <dgm:t>
        <a:bodyPr/>
        <a:lstStyle/>
        <a:p>
          <a:r>
            <a:rPr lang="en-US"/>
            <a:t>n8n → Internal SDP API</a:t>
          </a:r>
        </a:p>
      </dgm:t>
    </dgm:pt>
    <dgm:pt modelId="{C3D6E4C9-F92F-4709-AC45-923E26957566}" type="parTrans" cxnId="{E6F17034-AD03-4037-843B-16790ABE48D3}">
      <dgm:prSet/>
      <dgm:spPr/>
      <dgm:t>
        <a:bodyPr/>
        <a:lstStyle/>
        <a:p>
          <a:endParaRPr lang="en-US"/>
        </a:p>
      </dgm:t>
    </dgm:pt>
    <dgm:pt modelId="{3C151782-D95E-4AA6-8C81-EB9AEEB4D128}" type="sibTrans" cxnId="{E6F17034-AD03-4037-843B-16790ABE48D3}">
      <dgm:prSet/>
      <dgm:spPr/>
      <dgm:t>
        <a:bodyPr/>
        <a:lstStyle/>
        <a:p>
          <a:endParaRPr lang="en-US"/>
        </a:p>
      </dgm:t>
    </dgm:pt>
    <dgm:pt modelId="{E3893CC8-4FC6-4ECF-9E51-51728365DCEC}">
      <dgm:prSet/>
      <dgm:spPr/>
      <dgm:t>
        <a:bodyPr/>
        <a:lstStyle/>
        <a:p>
          <a:r>
            <a:rPr lang="en-US"/>
            <a:t>No direct Internet access to SDP</a:t>
          </a:r>
        </a:p>
      </dgm:t>
    </dgm:pt>
    <dgm:pt modelId="{8CFEA253-4834-403B-AD3C-1026C5183007}" type="parTrans" cxnId="{4881F083-5AFE-4534-B5CE-CDB38C265350}">
      <dgm:prSet/>
      <dgm:spPr/>
      <dgm:t>
        <a:bodyPr/>
        <a:lstStyle/>
        <a:p>
          <a:endParaRPr lang="en-US"/>
        </a:p>
      </dgm:t>
    </dgm:pt>
    <dgm:pt modelId="{B11795E2-D233-47FF-A750-FF289A70C38F}" type="sibTrans" cxnId="{4881F083-5AFE-4534-B5CE-CDB38C265350}">
      <dgm:prSet/>
      <dgm:spPr/>
      <dgm:t>
        <a:bodyPr/>
        <a:lstStyle/>
        <a:p>
          <a:endParaRPr lang="en-US"/>
        </a:p>
      </dgm:t>
    </dgm:pt>
    <dgm:pt modelId="{E5DD5E18-ADF2-46E3-B4AF-33CF9CA49B93}" type="pres">
      <dgm:prSet presAssocID="{DD5112C7-9B55-466B-B169-0ECDBE2AEC2C}" presName="vert0" presStyleCnt="0">
        <dgm:presLayoutVars>
          <dgm:dir/>
          <dgm:animOne val="branch"/>
          <dgm:animLvl val="lvl"/>
        </dgm:presLayoutVars>
      </dgm:prSet>
      <dgm:spPr/>
    </dgm:pt>
    <dgm:pt modelId="{C2602969-AA96-41F1-A7F5-60F3A39B4031}" type="pres">
      <dgm:prSet presAssocID="{6C58DFE1-3DAC-4343-80D8-08D1125F60C2}" presName="thickLine" presStyleLbl="alignNode1" presStyleIdx="0" presStyleCnt="4"/>
      <dgm:spPr/>
    </dgm:pt>
    <dgm:pt modelId="{324DD5B8-981F-474A-90ED-8331294AB59D}" type="pres">
      <dgm:prSet presAssocID="{6C58DFE1-3DAC-4343-80D8-08D1125F60C2}" presName="horz1" presStyleCnt="0"/>
      <dgm:spPr/>
    </dgm:pt>
    <dgm:pt modelId="{453C3C92-3ACB-4F6B-B7EF-20FAD82A9FAD}" type="pres">
      <dgm:prSet presAssocID="{6C58DFE1-3DAC-4343-80D8-08D1125F60C2}" presName="tx1" presStyleLbl="revTx" presStyleIdx="0" presStyleCnt="4"/>
      <dgm:spPr/>
    </dgm:pt>
    <dgm:pt modelId="{A00E9D94-0823-4914-87DF-C93DE8BBAC56}" type="pres">
      <dgm:prSet presAssocID="{6C58DFE1-3DAC-4343-80D8-08D1125F60C2}" presName="vert1" presStyleCnt="0"/>
      <dgm:spPr/>
    </dgm:pt>
    <dgm:pt modelId="{CBAA395E-E305-4C70-B770-1F1ADAE78CA2}" type="pres">
      <dgm:prSet presAssocID="{AD1A8CCA-CF47-49AF-8CEA-443B92464240}" presName="thickLine" presStyleLbl="alignNode1" presStyleIdx="1" presStyleCnt="4"/>
      <dgm:spPr/>
    </dgm:pt>
    <dgm:pt modelId="{50026713-F8AA-479A-8356-E88584B2AB7E}" type="pres">
      <dgm:prSet presAssocID="{AD1A8CCA-CF47-49AF-8CEA-443B92464240}" presName="horz1" presStyleCnt="0"/>
      <dgm:spPr/>
    </dgm:pt>
    <dgm:pt modelId="{8C9F56CA-9CE3-42CD-99C2-AF0D6DAEA117}" type="pres">
      <dgm:prSet presAssocID="{AD1A8CCA-CF47-49AF-8CEA-443B92464240}" presName="tx1" presStyleLbl="revTx" presStyleIdx="1" presStyleCnt="4"/>
      <dgm:spPr/>
    </dgm:pt>
    <dgm:pt modelId="{D941F35A-1341-40E4-9866-F7444413B5CC}" type="pres">
      <dgm:prSet presAssocID="{AD1A8CCA-CF47-49AF-8CEA-443B92464240}" presName="vert1" presStyleCnt="0"/>
      <dgm:spPr/>
    </dgm:pt>
    <dgm:pt modelId="{ED82E290-B27A-49F3-8001-F47C9105D10E}" type="pres">
      <dgm:prSet presAssocID="{4B7D254D-2A96-4525-AF54-27CB9B4F1874}" presName="thickLine" presStyleLbl="alignNode1" presStyleIdx="2" presStyleCnt="4"/>
      <dgm:spPr/>
    </dgm:pt>
    <dgm:pt modelId="{761467DA-6B2C-4672-BB87-D334CAB337CC}" type="pres">
      <dgm:prSet presAssocID="{4B7D254D-2A96-4525-AF54-27CB9B4F1874}" presName="horz1" presStyleCnt="0"/>
      <dgm:spPr/>
    </dgm:pt>
    <dgm:pt modelId="{4BC8752D-CDA4-44D7-A236-1783E0272E3C}" type="pres">
      <dgm:prSet presAssocID="{4B7D254D-2A96-4525-AF54-27CB9B4F1874}" presName="tx1" presStyleLbl="revTx" presStyleIdx="2" presStyleCnt="4"/>
      <dgm:spPr/>
    </dgm:pt>
    <dgm:pt modelId="{E0FE8ACD-00A9-4A3E-A0A6-A180493A45E6}" type="pres">
      <dgm:prSet presAssocID="{4B7D254D-2A96-4525-AF54-27CB9B4F1874}" presName="vert1" presStyleCnt="0"/>
      <dgm:spPr/>
    </dgm:pt>
    <dgm:pt modelId="{ADB34D61-9A54-4FB9-8834-3D8B03EE4FD2}" type="pres">
      <dgm:prSet presAssocID="{E3893CC8-4FC6-4ECF-9E51-51728365DCEC}" presName="thickLine" presStyleLbl="alignNode1" presStyleIdx="3" presStyleCnt="4"/>
      <dgm:spPr/>
    </dgm:pt>
    <dgm:pt modelId="{D14D0EB4-97E4-4172-827A-961104F2C0B6}" type="pres">
      <dgm:prSet presAssocID="{E3893CC8-4FC6-4ECF-9E51-51728365DCEC}" presName="horz1" presStyleCnt="0"/>
      <dgm:spPr/>
    </dgm:pt>
    <dgm:pt modelId="{B3BA5707-2C86-40A6-B030-D80BDFD0E31B}" type="pres">
      <dgm:prSet presAssocID="{E3893CC8-4FC6-4ECF-9E51-51728365DCEC}" presName="tx1" presStyleLbl="revTx" presStyleIdx="3" presStyleCnt="4"/>
      <dgm:spPr/>
    </dgm:pt>
    <dgm:pt modelId="{0B7E8BE4-1A0C-4BE5-AB48-2D32D460D1AA}" type="pres">
      <dgm:prSet presAssocID="{E3893CC8-4FC6-4ECF-9E51-51728365DCEC}" presName="vert1" presStyleCnt="0"/>
      <dgm:spPr/>
    </dgm:pt>
  </dgm:ptLst>
  <dgm:cxnLst>
    <dgm:cxn modelId="{8E8FBC14-D0FA-4403-B38A-15E8EE5B211D}" type="presOf" srcId="{6C58DFE1-3DAC-4343-80D8-08D1125F60C2}" destId="{453C3C92-3ACB-4F6B-B7EF-20FAD82A9FAD}" srcOrd="0" destOrd="0" presId="urn:microsoft.com/office/officeart/2008/layout/LinedList"/>
    <dgm:cxn modelId="{A1FE5E1B-D4E3-4459-A69B-C53C89AE6635}" type="presOf" srcId="{AD1A8CCA-CF47-49AF-8CEA-443B92464240}" destId="{8C9F56CA-9CE3-42CD-99C2-AF0D6DAEA117}" srcOrd="0" destOrd="0" presId="urn:microsoft.com/office/officeart/2008/layout/LinedList"/>
    <dgm:cxn modelId="{E6F17034-AD03-4037-843B-16790ABE48D3}" srcId="{DD5112C7-9B55-466B-B169-0ECDBE2AEC2C}" destId="{4B7D254D-2A96-4525-AF54-27CB9B4F1874}" srcOrd="2" destOrd="0" parTransId="{C3D6E4C9-F92F-4709-AC45-923E26957566}" sibTransId="{3C151782-D95E-4AA6-8C81-EB9AEEB4D128}"/>
    <dgm:cxn modelId="{7A6A6871-6B1B-4DFD-BE00-D7785606B51E}" type="presOf" srcId="{4B7D254D-2A96-4525-AF54-27CB9B4F1874}" destId="{4BC8752D-CDA4-44D7-A236-1783E0272E3C}" srcOrd="0" destOrd="0" presId="urn:microsoft.com/office/officeart/2008/layout/LinedList"/>
    <dgm:cxn modelId="{8C15D678-11C6-4049-9BB0-77605E7C1ABE}" srcId="{DD5112C7-9B55-466B-B169-0ECDBE2AEC2C}" destId="{AD1A8CCA-CF47-49AF-8CEA-443B92464240}" srcOrd="1" destOrd="0" parTransId="{75B95986-E740-42F9-8926-A995AF1DD4FA}" sibTransId="{1FB3919F-079D-4472-B389-415F0CD39C71}"/>
    <dgm:cxn modelId="{4881F083-5AFE-4534-B5CE-CDB38C265350}" srcId="{DD5112C7-9B55-466B-B169-0ECDBE2AEC2C}" destId="{E3893CC8-4FC6-4ECF-9E51-51728365DCEC}" srcOrd="3" destOrd="0" parTransId="{8CFEA253-4834-403B-AD3C-1026C5183007}" sibTransId="{B11795E2-D233-47FF-A750-FF289A70C38F}"/>
    <dgm:cxn modelId="{BEB8BAA2-F90A-4831-91AA-083A7CD503E5}" type="presOf" srcId="{DD5112C7-9B55-466B-B169-0ECDBE2AEC2C}" destId="{E5DD5E18-ADF2-46E3-B4AF-33CF9CA49B93}" srcOrd="0" destOrd="0" presId="urn:microsoft.com/office/officeart/2008/layout/LinedList"/>
    <dgm:cxn modelId="{76B95BC7-1F66-48DE-A144-28F9029DC86D}" type="presOf" srcId="{E3893CC8-4FC6-4ECF-9E51-51728365DCEC}" destId="{B3BA5707-2C86-40A6-B030-D80BDFD0E31B}" srcOrd="0" destOrd="0" presId="urn:microsoft.com/office/officeart/2008/layout/LinedList"/>
    <dgm:cxn modelId="{6DBA2BE8-E61B-4924-AB9E-F941061DB91F}" srcId="{DD5112C7-9B55-466B-B169-0ECDBE2AEC2C}" destId="{6C58DFE1-3DAC-4343-80D8-08D1125F60C2}" srcOrd="0" destOrd="0" parTransId="{224AC976-52FC-4C30-B906-E92DA18BE9FB}" sibTransId="{0DED9B5B-F8EF-4476-9395-27B63129083A}"/>
    <dgm:cxn modelId="{60CB9C5E-2C5F-4DAE-AE96-49C6F342C6FE}" type="presParOf" srcId="{E5DD5E18-ADF2-46E3-B4AF-33CF9CA49B93}" destId="{C2602969-AA96-41F1-A7F5-60F3A39B4031}" srcOrd="0" destOrd="0" presId="urn:microsoft.com/office/officeart/2008/layout/LinedList"/>
    <dgm:cxn modelId="{87AFBA58-5852-406E-B7E7-6F20FA084BC0}" type="presParOf" srcId="{E5DD5E18-ADF2-46E3-B4AF-33CF9CA49B93}" destId="{324DD5B8-981F-474A-90ED-8331294AB59D}" srcOrd="1" destOrd="0" presId="urn:microsoft.com/office/officeart/2008/layout/LinedList"/>
    <dgm:cxn modelId="{3A10E29F-8A54-4739-A4AA-0236636DC23F}" type="presParOf" srcId="{324DD5B8-981F-474A-90ED-8331294AB59D}" destId="{453C3C92-3ACB-4F6B-B7EF-20FAD82A9FAD}" srcOrd="0" destOrd="0" presId="urn:microsoft.com/office/officeart/2008/layout/LinedList"/>
    <dgm:cxn modelId="{11290036-C02C-465E-BDD7-ACB1B0B248BB}" type="presParOf" srcId="{324DD5B8-981F-474A-90ED-8331294AB59D}" destId="{A00E9D94-0823-4914-87DF-C93DE8BBAC56}" srcOrd="1" destOrd="0" presId="urn:microsoft.com/office/officeart/2008/layout/LinedList"/>
    <dgm:cxn modelId="{F170A176-589D-41C2-9E7F-893A53AA9C7D}" type="presParOf" srcId="{E5DD5E18-ADF2-46E3-B4AF-33CF9CA49B93}" destId="{CBAA395E-E305-4C70-B770-1F1ADAE78CA2}" srcOrd="2" destOrd="0" presId="urn:microsoft.com/office/officeart/2008/layout/LinedList"/>
    <dgm:cxn modelId="{B5F3CE81-1CA8-4526-BFA4-C51F1A999044}" type="presParOf" srcId="{E5DD5E18-ADF2-46E3-B4AF-33CF9CA49B93}" destId="{50026713-F8AA-479A-8356-E88584B2AB7E}" srcOrd="3" destOrd="0" presId="urn:microsoft.com/office/officeart/2008/layout/LinedList"/>
    <dgm:cxn modelId="{221BC349-099B-4276-B9F9-64DE491A9816}" type="presParOf" srcId="{50026713-F8AA-479A-8356-E88584B2AB7E}" destId="{8C9F56CA-9CE3-42CD-99C2-AF0D6DAEA117}" srcOrd="0" destOrd="0" presId="urn:microsoft.com/office/officeart/2008/layout/LinedList"/>
    <dgm:cxn modelId="{A740E623-45E6-4DAC-B55E-909234174AAD}" type="presParOf" srcId="{50026713-F8AA-479A-8356-E88584B2AB7E}" destId="{D941F35A-1341-40E4-9866-F7444413B5CC}" srcOrd="1" destOrd="0" presId="urn:microsoft.com/office/officeart/2008/layout/LinedList"/>
    <dgm:cxn modelId="{E22F4CFD-7FA3-4CA7-BF65-DA42374FC967}" type="presParOf" srcId="{E5DD5E18-ADF2-46E3-B4AF-33CF9CA49B93}" destId="{ED82E290-B27A-49F3-8001-F47C9105D10E}" srcOrd="4" destOrd="0" presId="urn:microsoft.com/office/officeart/2008/layout/LinedList"/>
    <dgm:cxn modelId="{D4408B40-5A25-4D01-A9CC-BD5C82CC66D7}" type="presParOf" srcId="{E5DD5E18-ADF2-46E3-B4AF-33CF9CA49B93}" destId="{761467DA-6B2C-4672-BB87-D334CAB337CC}" srcOrd="5" destOrd="0" presId="urn:microsoft.com/office/officeart/2008/layout/LinedList"/>
    <dgm:cxn modelId="{4DE31A4E-3BA2-4F15-A2E2-092968BF67B5}" type="presParOf" srcId="{761467DA-6B2C-4672-BB87-D334CAB337CC}" destId="{4BC8752D-CDA4-44D7-A236-1783E0272E3C}" srcOrd="0" destOrd="0" presId="urn:microsoft.com/office/officeart/2008/layout/LinedList"/>
    <dgm:cxn modelId="{10993B37-44E1-4349-914A-88AD84707EC8}" type="presParOf" srcId="{761467DA-6B2C-4672-BB87-D334CAB337CC}" destId="{E0FE8ACD-00A9-4A3E-A0A6-A180493A45E6}" srcOrd="1" destOrd="0" presId="urn:microsoft.com/office/officeart/2008/layout/LinedList"/>
    <dgm:cxn modelId="{3FB5F2CC-7A53-4C11-A861-5CE8444E471D}" type="presParOf" srcId="{E5DD5E18-ADF2-46E3-B4AF-33CF9CA49B93}" destId="{ADB34D61-9A54-4FB9-8834-3D8B03EE4FD2}" srcOrd="6" destOrd="0" presId="urn:microsoft.com/office/officeart/2008/layout/LinedList"/>
    <dgm:cxn modelId="{487F6F60-E0E1-424A-BF9F-4A4749EAC184}" type="presParOf" srcId="{E5DD5E18-ADF2-46E3-B4AF-33CF9CA49B93}" destId="{D14D0EB4-97E4-4172-827A-961104F2C0B6}" srcOrd="7" destOrd="0" presId="urn:microsoft.com/office/officeart/2008/layout/LinedList"/>
    <dgm:cxn modelId="{FE9DF1FF-9C14-4D57-B85A-47575A5D220F}" type="presParOf" srcId="{D14D0EB4-97E4-4172-827A-961104F2C0B6}" destId="{B3BA5707-2C86-40A6-B030-D80BDFD0E31B}" srcOrd="0" destOrd="0" presId="urn:microsoft.com/office/officeart/2008/layout/LinedList"/>
    <dgm:cxn modelId="{02C0C6BA-5A44-421A-AB7F-DC1D357EEC2A}" type="presParOf" srcId="{D14D0EB4-97E4-4172-827A-961104F2C0B6}" destId="{0B7E8BE4-1A0C-4BE5-AB48-2D32D460D1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99386C1E-300B-4135-9E19-9793793BC713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C16E357-1621-4EC1-8983-74EEAC0E8B57}">
      <dgm:prSet/>
      <dgm:spPr/>
      <dgm:t>
        <a:bodyPr/>
        <a:lstStyle/>
        <a:p>
          <a:r>
            <a:rPr lang="en-US"/>
            <a:t>Phase 2</a:t>
          </a:r>
        </a:p>
      </dgm:t>
    </dgm:pt>
    <dgm:pt modelId="{6AFBB9BE-1730-45E4-9D41-F30DF6ADC8AD}" type="parTrans" cxnId="{28EBC318-6816-4DE2-8D04-D3E1CED84725}">
      <dgm:prSet/>
      <dgm:spPr/>
      <dgm:t>
        <a:bodyPr/>
        <a:lstStyle/>
        <a:p>
          <a:endParaRPr lang="en-US"/>
        </a:p>
      </dgm:t>
    </dgm:pt>
    <dgm:pt modelId="{A9E36A46-5427-4E84-B9F4-105BBAB873D0}" type="sibTrans" cxnId="{28EBC318-6816-4DE2-8D04-D3E1CED84725}">
      <dgm:prSet/>
      <dgm:spPr/>
      <dgm:t>
        <a:bodyPr/>
        <a:lstStyle/>
        <a:p>
          <a:endParaRPr lang="en-US"/>
        </a:p>
      </dgm:t>
    </dgm:pt>
    <dgm:pt modelId="{EC7BC704-933E-4F01-A5E8-5B351DAEFB8F}">
      <dgm:prSet/>
      <dgm:spPr/>
      <dgm:t>
        <a:bodyPr/>
        <a:lstStyle/>
        <a:p>
          <a:r>
            <a:rPr lang="en-US"/>
            <a:t>ChatGPT Intent Classification</a:t>
          </a:r>
        </a:p>
      </dgm:t>
    </dgm:pt>
    <dgm:pt modelId="{E74BBD7B-2E39-4BC3-92C9-26AE617831DE}" type="parTrans" cxnId="{419E3909-AE2F-49B0-BABE-C9E9753653EE}">
      <dgm:prSet/>
      <dgm:spPr/>
      <dgm:t>
        <a:bodyPr/>
        <a:lstStyle/>
        <a:p>
          <a:endParaRPr lang="en-US"/>
        </a:p>
      </dgm:t>
    </dgm:pt>
    <dgm:pt modelId="{81238B2A-3378-4FB5-9F46-55887A6C420A}" type="sibTrans" cxnId="{419E3909-AE2F-49B0-BABE-C9E9753653EE}">
      <dgm:prSet/>
      <dgm:spPr/>
      <dgm:t>
        <a:bodyPr/>
        <a:lstStyle/>
        <a:p>
          <a:endParaRPr lang="en-US"/>
        </a:p>
      </dgm:t>
    </dgm:pt>
    <dgm:pt modelId="{87207C7D-A91E-42E8-8925-ADF0605280A6}">
      <dgm:prSet/>
      <dgm:spPr/>
      <dgm:t>
        <a:bodyPr/>
        <a:lstStyle/>
        <a:p>
          <a:r>
            <a:rPr lang="en-US"/>
            <a:t>Phase 2</a:t>
          </a:r>
        </a:p>
      </dgm:t>
    </dgm:pt>
    <dgm:pt modelId="{3222C278-05EA-4567-A3D8-83C3C5462E53}" type="parTrans" cxnId="{BF2DCC6B-2A6B-4ABE-905F-378DD41A180B}">
      <dgm:prSet/>
      <dgm:spPr/>
      <dgm:t>
        <a:bodyPr/>
        <a:lstStyle/>
        <a:p>
          <a:endParaRPr lang="en-US"/>
        </a:p>
      </dgm:t>
    </dgm:pt>
    <dgm:pt modelId="{E8BE29E3-58A5-4277-AC89-89BBB9D22DC0}" type="sibTrans" cxnId="{BF2DCC6B-2A6B-4ABE-905F-378DD41A180B}">
      <dgm:prSet/>
      <dgm:spPr/>
      <dgm:t>
        <a:bodyPr/>
        <a:lstStyle/>
        <a:p>
          <a:endParaRPr lang="en-US"/>
        </a:p>
      </dgm:t>
    </dgm:pt>
    <dgm:pt modelId="{43499B57-7264-41C9-9D68-F2C3D07B1C3B}">
      <dgm:prSet/>
      <dgm:spPr/>
      <dgm:t>
        <a:bodyPr/>
        <a:lstStyle/>
        <a:p>
          <a:r>
            <a:rPr lang="en-US"/>
            <a:t>AI Auto-Reply</a:t>
          </a:r>
        </a:p>
      </dgm:t>
    </dgm:pt>
    <dgm:pt modelId="{E1A99A42-9A24-42F2-BD60-190446ED4AEA}" type="parTrans" cxnId="{12FC5762-3AC1-435E-B33B-71B1BCAA0CD0}">
      <dgm:prSet/>
      <dgm:spPr/>
      <dgm:t>
        <a:bodyPr/>
        <a:lstStyle/>
        <a:p>
          <a:endParaRPr lang="en-US"/>
        </a:p>
      </dgm:t>
    </dgm:pt>
    <dgm:pt modelId="{E124E375-4F62-462A-A564-15EDBF7BF273}" type="sibTrans" cxnId="{12FC5762-3AC1-435E-B33B-71B1BCAA0CD0}">
      <dgm:prSet/>
      <dgm:spPr/>
      <dgm:t>
        <a:bodyPr/>
        <a:lstStyle/>
        <a:p>
          <a:endParaRPr lang="en-US"/>
        </a:p>
      </dgm:t>
    </dgm:pt>
    <dgm:pt modelId="{B802B291-AD76-4A67-8613-CF225858A507}">
      <dgm:prSet/>
      <dgm:spPr/>
      <dgm:t>
        <a:bodyPr/>
        <a:lstStyle/>
        <a:p>
          <a:r>
            <a:rPr lang="en-US"/>
            <a:t>Phase 3</a:t>
          </a:r>
        </a:p>
      </dgm:t>
    </dgm:pt>
    <dgm:pt modelId="{8F9F8982-5A92-4750-969D-8ADCCC9B1E7A}" type="parTrans" cxnId="{A862AC64-93A0-498B-B076-053F9263B941}">
      <dgm:prSet/>
      <dgm:spPr/>
      <dgm:t>
        <a:bodyPr/>
        <a:lstStyle/>
        <a:p>
          <a:endParaRPr lang="en-US"/>
        </a:p>
      </dgm:t>
    </dgm:pt>
    <dgm:pt modelId="{8287A260-9D6A-4AC3-B0A8-6F52F06EE60F}" type="sibTrans" cxnId="{A862AC64-93A0-498B-B076-053F9263B941}">
      <dgm:prSet/>
      <dgm:spPr/>
      <dgm:t>
        <a:bodyPr/>
        <a:lstStyle/>
        <a:p>
          <a:endParaRPr lang="en-US"/>
        </a:p>
      </dgm:t>
    </dgm:pt>
    <dgm:pt modelId="{BCE7C989-951E-4EE2-880E-70552B068D7F}">
      <dgm:prSet/>
      <dgm:spPr/>
      <dgm:t>
        <a:bodyPr/>
        <a:lstStyle/>
        <a:p>
          <a:r>
            <a:rPr lang="en-US"/>
            <a:t>RAG with SDP Knowledge Base</a:t>
          </a:r>
        </a:p>
      </dgm:t>
    </dgm:pt>
    <dgm:pt modelId="{2D5CAF1E-64A7-4C5E-8A62-9755D2C865F6}" type="parTrans" cxnId="{C40F3124-B67C-45FE-B407-178B771F68B9}">
      <dgm:prSet/>
      <dgm:spPr/>
      <dgm:t>
        <a:bodyPr/>
        <a:lstStyle/>
        <a:p>
          <a:endParaRPr lang="en-US"/>
        </a:p>
      </dgm:t>
    </dgm:pt>
    <dgm:pt modelId="{6C7BF10D-9DF9-4740-9A82-6C35779D5DC6}" type="sibTrans" cxnId="{C40F3124-B67C-45FE-B407-178B771F68B9}">
      <dgm:prSet/>
      <dgm:spPr/>
      <dgm:t>
        <a:bodyPr/>
        <a:lstStyle/>
        <a:p>
          <a:endParaRPr lang="en-US"/>
        </a:p>
      </dgm:t>
    </dgm:pt>
    <dgm:pt modelId="{7F559603-EB35-40D2-8B25-71812ECD73FC}">
      <dgm:prSet/>
      <dgm:spPr/>
      <dgm:t>
        <a:bodyPr/>
        <a:lstStyle/>
        <a:p>
          <a:r>
            <a:rPr lang="en-US"/>
            <a:t>Phase 3</a:t>
          </a:r>
        </a:p>
      </dgm:t>
    </dgm:pt>
    <dgm:pt modelId="{B7B45211-6FA7-4FFE-8DF6-CECF57EAA1CF}" type="parTrans" cxnId="{319E1801-7CF6-42FC-A364-17FC433FA418}">
      <dgm:prSet/>
      <dgm:spPr/>
      <dgm:t>
        <a:bodyPr/>
        <a:lstStyle/>
        <a:p>
          <a:endParaRPr lang="en-US"/>
        </a:p>
      </dgm:t>
    </dgm:pt>
    <dgm:pt modelId="{40590298-F366-4418-A6DA-1B776C107BEC}" type="sibTrans" cxnId="{319E1801-7CF6-42FC-A364-17FC433FA418}">
      <dgm:prSet/>
      <dgm:spPr/>
      <dgm:t>
        <a:bodyPr/>
        <a:lstStyle/>
        <a:p>
          <a:endParaRPr lang="en-US"/>
        </a:p>
      </dgm:t>
    </dgm:pt>
    <dgm:pt modelId="{E85360CF-7EC1-4A1B-B562-593185E2BF6F}">
      <dgm:prSet/>
      <dgm:spPr/>
      <dgm:t>
        <a:bodyPr/>
        <a:lstStyle/>
        <a:p>
          <a:r>
            <a:rPr lang="en-US"/>
            <a:t>AI Ticket Triage &amp; Recommendation</a:t>
          </a:r>
        </a:p>
      </dgm:t>
    </dgm:pt>
    <dgm:pt modelId="{97AEC6F7-1970-45AE-A318-4612E265FD64}" type="parTrans" cxnId="{3D1EDD23-9E39-4397-A200-7DAB2FF299F5}">
      <dgm:prSet/>
      <dgm:spPr/>
      <dgm:t>
        <a:bodyPr/>
        <a:lstStyle/>
        <a:p>
          <a:endParaRPr lang="en-US"/>
        </a:p>
      </dgm:t>
    </dgm:pt>
    <dgm:pt modelId="{C62D4FE0-C83A-4D22-BD60-4431819E5557}" type="sibTrans" cxnId="{3D1EDD23-9E39-4397-A200-7DAB2FF299F5}">
      <dgm:prSet/>
      <dgm:spPr/>
      <dgm:t>
        <a:bodyPr/>
        <a:lstStyle/>
        <a:p>
          <a:endParaRPr lang="en-US"/>
        </a:p>
      </dgm:t>
    </dgm:pt>
    <dgm:pt modelId="{86EA528B-C351-4D60-AA46-5D1FF037E8CF}" type="pres">
      <dgm:prSet presAssocID="{99386C1E-300B-4135-9E19-9793793BC713}" presName="Name0" presStyleCnt="0">
        <dgm:presLayoutVars>
          <dgm:dir/>
          <dgm:animLvl val="lvl"/>
          <dgm:resizeHandles val="exact"/>
        </dgm:presLayoutVars>
      </dgm:prSet>
      <dgm:spPr/>
    </dgm:pt>
    <dgm:pt modelId="{5B768296-071B-4DBA-BB43-35912917CE47}" type="pres">
      <dgm:prSet presAssocID="{7F559603-EB35-40D2-8B25-71812ECD73FC}" presName="boxAndChildren" presStyleCnt="0"/>
      <dgm:spPr/>
    </dgm:pt>
    <dgm:pt modelId="{F7DE95B5-5C70-4C1B-A4ED-D5EA673B2EC7}" type="pres">
      <dgm:prSet presAssocID="{7F559603-EB35-40D2-8B25-71812ECD73FC}" presName="parentTextBox" presStyleLbl="alignNode1" presStyleIdx="0" presStyleCnt="4"/>
      <dgm:spPr/>
    </dgm:pt>
    <dgm:pt modelId="{498F9823-7C1A-488F-BE6F-A1494DB0D9C5}" type="pres">
      <dgm:prSet presAssocID="{7F559603-EB35-40D2-8B25-71812ECD73FC}" presName="descendantBox" presStyleLbl="bgAccFollowNode1" presStyleIdx="0" presStyleCnt="4"/>
      <dgm:spPr/>
    </dgm:pt>
    <dgm:pt modelId="{9B6DD9A7-24B4-4B7A-8257-C217786E5968}" type="pres">
      <dgm:prSet presAssocID="{8287A260-9D6A-4AC3-B0A8-6F52F06EE60F}" presName="sp" presStyleCnt="0"/>
      <dgm:spPr/>
    </dgm:pt>
    <dgm:pt modelId="{3CCAF34E-963F-44DF-964D-A4DBBCC7A6A5}" type="pres">
      <dgm:prSet presAssocID="{B802B291-AD76-4A67-8613-CF225858A507}" presName="arrowAndChildren" presStyleCnt="0"/>
      <dgm:spPr/>
    </dgm:pt>
    <dgm:pt modelId="{BF9D6C30-F90E-491E-92D6-D8AE568464F9}" type="pres">
      <dgm:prSet presAssocID="{B802B291-AD76-4A67-8613-CF225858A507}" presName="parentTextArrow" presStyleLbl="node1" presStyleIdx="0" presStyleCnt="0"/>
      <dgm:spPr/>
    </dgm:pt>
    <dgm:pt modelId="{DA06AAD6-CB2C-4BC6-9628-D238391A716E}" type="pres">
      <dgm:prSet presAssocID="{B802B291-AD76-4A67-8613-CF225858A507}" presName="arrow" presStyleLbl="alignNode1" presStyleIdx="1" presStyleCnt="4"/>
      <dgm:spPr/>
    </dgm:pt>
    <dgm:pt modelId="{BCA4B80C-EBD3-461F-A136-87D98B839B55}" type="pres">
      <dgm:prSet presAssocID="{B802B291-AD76-4A67-8613-CF225858A507}" presName="descendantArrow" presStyleLbl="bgAccFollowNode1" presStyleIdx="1" presStyleCnt="4"/>
      <dgm:spPr/>
    </dgm:pt>
    <dgm:pt modelId="{E68FF03C-1A03-4ED7-B444-2122E384C439}" type="pres">
      <dgm:prSet presAssocID="{E8BE29E3-58A5-4277-AC89-89BBB9D22DC0}" presName="sp" presStyleCnt="0"/>
      <dgm:spPr/>
    </dgm:pt>
    <dgm:pt modelId="{D2391CF5-9700-4FA0-808A-49F2F9B35D3C}" type="pres">
      <dgm:prSet presAssocID="{87207C7D-A91E-42E8-8925-ADF0605280A6}" presName="arrowAndChildren" presStyleCnt="0"/>
      <dgm:spPr/>
    </dgm:pt>
    <dgm:pt modelId="{5729D8F4-25D2-4331-8397-81424256E90F}" type="pres">
      <dgm:prSet presAssocID="{87207C7D-A91E-42E8-8925-ADF0605280A6}" presName="parentTextArrow" presStyleLbl="node1" presStyleIdx="0" presStyleCnt="0"/>
      <dgm:spPr/>
    </dgm:pt>
    <dgm:pt modelId="{36CFFF8A-AD27-4950-A343-B0D76BC71FB7}" type="pres">
      <dgm:prSet presAssocID="{87207C7D-A91E-42E8-8925-ADF0605280A6}" presName="arrow" presStyleLbl="alignNode1" presStyleIdx="2" presStyleCnt="4"/>
      <dgm:spPr/>
    </dgm:pt>
    <dgm:pt modelId="{5EEEDE48-737A-45FC-9E82-2D26ACBAEAB5}" type="pres">
      <dgm:prSet presAssocID="{87207C7D-A91E-42E8-8925-ADF0605280A6}" presName="descendantArrow" presStyleLbl="bgAccFollowNode1" presStyleIdx="2" presStyleCnt="4"/>
      <dgm:spPr/>
    </dgm:pt>
    <dgm:pt modelId="{38EF40D0-6357-4F4E-9E60-DA955152FA71}" type="pres">
      <dgm:prSet presAssocID="{A9E36A46-5427-4E84-B9F4-105BBAB873D0}" presName="sp" presStyleCnt="0"/>
      <dgm:spPr/>
    </dgm:pt>
    <dgm:pt modelId="{B26F1C59-A5F9-40FA-B301-845C55AC9EA5}" type="pres">
      <dgm:prSet presAssocID="{2C16E357-1621-4EC1-8983-74EEAC0E8B57}" presName="arrowAndChildren" presStyleCnt="0"/>
      <dgm:spPr/>
    </dgm:pt>
    <dgm:pt modelId="{B3E1C272-C65E-4192-9E43-88CF01B8D525}" type="pres">
      <dgm:prSet presAssocID="{2C16E357-1621-4EC1-8983-74EEAC0E8B57}" presName="parentTextArrow" presStyleLbl="node1" presStyleIdx="0" presStyleCnt="0"/>
      <dgm:spPr/>
    </dgm:pt>
    <dgm:pt modelId="{96CC2919-76BF-4727-99D8-019540B061EB}" type="pres">
      <dgm:prSet presAssocID="{2C16E357-1621-4EC1-8983-74EEAC0E8B57}" presName="arrow" presStyleLbl="alignNode1" presStyleIdx="3" presStyleCnt="4"/>
      <dgm:spPr/>
    </dgm:pt>
    <dgm:pt modelId="{B2A88A31-9267-4CEF-9EB4-5DA4816E379E}" type="pres">
      <dgm:prSet presAssocID="{2C16E357-1621-4EC1-8983-74EEAC0E8B57}" presName="descendantArrow" presStyleLbl="bgAccFollowNode1" presStyleIdx="3" presStyleCnt="4"/>
      <dgm:spPr/>
    </dgm:pt>
  </dgm:ptLst>
  <dgm:cxnLst>
    <dgm:cxn modelId="{319E1801-7CF6-42FC-A364-17FC433FA418}" srcId="{99386C1E-300B-4135-9E19-9793793BC713}" destId="{7F559603-EB35-40D2-8B25-71812ECD73FC}" srcOrd="3" destOrd="0" parTransId="{B7B45211-6FA7-4FFE-8DF6-CECF57EAA1CF}" sibTransId="{40590298-F366-4418-A6DA-1B776C107BEC}"/>
    <dgm:cxn modelId="{419E3909-AE2F-49B0-BABE-C9E9753653EE}" srcId="{2C16E357-1621-4EC1-8983-74EEAC0E8B57}" destId="{EC7BC704-933E-4F01-A5E8-5B351DAEFB8F}" srcOrd="0" destOrd="0" parTransId="{E74BBD7B-2E39-4BC3-92C9-26AE617831DE}" sibTransId="{81238B2A-3378-4FB5-9F46-55887A6C420A}"/>
    <dgm:cxn modelId="{61270F0E-F913-4220-858A-6CE443E12098}" type="presOf" srcId="{87207C7D-A91E-42E8-8925-ADF0605280A6}" destId="{36CFFF8A-AD27-4950-A343-B0D76BC71FB7}" srcOrd="1" destOrd="0" presId="urn:microsoft.com/office/officeart/2016/7/layout/VerticalDownArrowProcess"/>
    <dgm:cxn modelId="{74865917-35E1-4E1A-B949-C12B3458290A}" type="presOf" srcId="{2C16E357-1621-4EC1-8983-74EEAC0E8B57}" destId="{96CC2919-76BF-4727-99D8-019540B061EB}" srcOrd="1" destOrd="0" presId="urn:microsoft.com/office/officeart/2016/7/layout/VerticalDownArrowProcess"/>
    <dgm:cxn modelId="{28EBC318-6816-4DE2-8D04-D3E1CED84725}" srcId="{99386C1E-300B-4135-9E19-9793793BC713}" destId="{2C16E357-1621-4EC1-8983-74EEAC0E8B57}" srcOrd="0" destOrd="0" parTransId="{6AFBB9BE-1730-45E4-9D41-F30DF6ADC8AD}" sibTransId="{A9E36A46-5427-4E84-B9F4-105BBAB873D0}"/>
    <dgm:cxn modelId="{3D1EDD23-9E39-4397-A200-7DAB2FF299F5}" srcId="{7F559603-EB35-40D2-8B25-71812ECD73FC}" destId="{E85360CF-7EC1-4A1B-B562-593185E2BF6F}" srcOrd="0" destOrd="0" parTransId="{97AEC6F7-1970-45AE-A318-4612E265FD64}" sibTransId="{C62D4FE0-C83A-4D22-BD60-4431819E5557}"/>
    <dgm:cxn modelId="{C40F3124-B67C-45FE-B407-178B771F68B9}" srcId="{B802B291-AD76-4A67-8613-CF225858A507}" destId="{BCE7C989-951E-4EE2-880E-70552B068D7F}" srcOrd="0" destOrd="0" parTransId="{2D5CAF1E-64A7-4C5E-8A62-9755D2C865F6}" sibTransId="{6C7BF10D-9DF9-4740-9A82-6C35779D5DC6}"/>
    <dgm:cxn modelId="{1D50E537-6DEB-4C43-A742-9F3F6777D13E}" type="presOf" srcId="{99386C1E-300B-4135-9E19-9793793BC713}" destId="{86EA528B-C351-4D60-AA46-5D1FF037E8CF}" srcOrd="0" destOrd="0" presId="urn:microsoft.com/office/officeart/2016/7/layout/VerticalDownArrowProcess"/>
    <dgm:cxn modelId="{2683BF3D-098E-44E3-AC78-78CCCDD879A0}" type="presOf" srcId="{B802B291-AD76-4A67-8613-CF225858A507}" destId="{BF9D6C30-F90E-491E-92D6-D8AE568464F9}" srcOrd="0" destOrd="0" presId="urn:microsoft.com/office/officeart/2016/7/layout/VerticalDownArrowProcess"/>
    <dgm:cxn modelId="{12FC5762-3AC1-435E-B33B-71B1BCAA0CD0}" srcId="{87207C7D-A91E-42E8-8925-ADF0605280A6}" destId="{43499B57-7264-41C9-9D68-F2C3D07B1C3B}" srcOrd="0" destOrd="0" parTransId="{E1A99A42-9A24-42F2-BD60-190446ED4AEA}" sibTransId="{E124E375-4F62-462A-A564-15EDBF7BF273}"/>
    <dgm:cxn modelId="{A862AC64-93A0-498B-B076-053F9263B941}" srcId="{99386C1E-300B-4135-9E19-9793793BC713}" destId="{B802B291-AD76-4A67-8613-CF225858A507}" srcOrd="2" destOrd="0" parTransId="{8F9F8982-5A92-4750-969D-8ADCCC9B1E7A}" sibTransId="{8287A260-9D6A-4AC3-B0A8-6F52F06EE60F}"/>
    <dgm:cxn modelId="{BF2DCC6B-2A6B-4ABE-905F-378DD41A180B}" srcId="{99386C1E-300B-4135-9E19-9793793BC713}" destId="{87207C7D-A91E-42E8-8925-ADF0605280A6}" srcOrd="1" destOrd="0" parTransId="{3222C278-05EA-4567-A3D8-83C3C5462E53}" sibTransId="{E8BE29E3-58A5-4277-AC89-89BBB9D22DC0}"/>
    <dgm:cxn modelId="{5DCF0C58-3DD4-43B5-AF78-0D9891FCA8A6}" type="presOf" srcId="{43499B57-7264-41C9-9D68-F2C3D07B1C3B}" destId="{5EEEDE48-737A-45FC-9E82-2D26ACBAEAB5}" srcOrd="0" destOrd="0" presId="urn:microsoft.com/office/officeart/2016/7/layout/VerticalDownArrowProcess"/>
    <dgm:cxn modelId="{85BCD95A-7C04-400A-94A0-581BF63E432D}" type="presOf" srcId="{7F559603-EB35-40D2-8B25-71812ECD73FC}" destId="{F7DE95B5-5C70-4C1B-A4ED-D5EA673B2EC7}" srcOrd="0" destOrd="0" presId="urn:microsoft.com/office/officeart/2016/7/layout/VerticalDownArrowProcess"/>
    <dgm:cxn modelId="{9A8E9C9F-0EC1-4B0C-8047-0553378DEE77}" type="presOf" srcId="{B802B291-AD76-4A67-8613-CF225858A507}" destId="{DA06AAD6-CB2C-4BC6-9628-D238391A716E}" srcOrd="1" destOrd="0" presId="urn:microsoft.com/office/officeart/2016/7/layout/VerticalDownArrowProcess"/>
    <dgm:cxn modelId="{17EA4AA0-F9DC-4E54-9A51-6F6F5E4F5E8E}" type="presOf" srcId="{E85360CF-7EC1-4A1B-B562-593185E2BF6F}" destId="{498F9823-7C1A-488F-BE6F-A1494DB0D9C5}" srcOrd="0" destOrd="0" presId="urn:microsoft.com/office/officeart/2016/7/layout/VerticalDownArrowProcess"/>
    <dgm:cxn modelId="{BFC3A9B0-B117-4508-8558-7FD8C1CDE2E8}" type="presOf" srcId="{87207C7D-A91E-42E8-8925-ADF0605280A6}" destId="{5729D8F4-25D2-4331-8397-81424256E90F}" srcOrd="0" destOrd="0" presId="urn:microsoft.com/office/officeart/2016/7/layout/VerticalDownArrowProcess"/>
    <dgm:cxn modelId="{89B602BB-B0BC-481B-8896-5FD228F26FB4}" type="presOf" srcId="{2C16E357-1621-4EC1-8983-74EEAC0E8B57}" destId="{B3E1C272-C65E-4192-9E43-88CF01B8D525}" srcOrd="0" destOrd="0" presId="urn:microsoft.com/office/officeart/2016/7/layout/VerticalDownArrowProcess"/>
    <dgm:cxn modelId="{249047F6-9D53-4933-B4AA-15116883C493}" type="presOf" srcId="{EC7BC704-933E-4F01-A5E8-5B351DAEFB8F}" destId="{B2A88A31-9267-4CEF-9EB4-5DA4816E379E}" srcOrd="0" destOrd="0" presId="urn:microsoft.com/office/officeart/2016/7/layout/VerticalDownArrowProcess"/>
    <dgm:cxn modelId="{25E9CBFB-9302-4EB0-9A38-645782BFBDE6}" type="presOf" srcId="{BCE7C989-951E-4EE2-880E-70552B068D7F}" destId="{BCA4B80C-EBD3-461F-A136-87D98B839B55}" srcOrd="0" destOrd="0" presId="urn:microsoft.com/office/officeart/2016/7/layout/VerticalDownArrowProcess"/>
    <dgm:cxn modelId="{1819E4FC-CD05-4317-B843-6477268A149F}" type="presParOf" srcId="{86EA528B-C351-4D60-AA46-5D1FF037E8CF}" destId="{5B768296-071B-4DBA-BB43-35912917CE47}" srcOrd="0" destOrd="0" presId="urn:microsoft.com/office/officeart/2016/7/layout/VerticalDownArrowProcess"/>
    <dgm:cxn modelId="{C1520FDD-F3F2-4624-9D72-B3C57CC83915}" type="presParOf" srcId="{5B768296-071B-4DBA-BB43-35912917CE47}" destId="{F7DE95B5-5C70-4C1B-A4ED-D5EA673B2EC7}" srcOrd="0" destOrd="0" presId="urn:microsoft.com/office/officeart/2016/7/layout/VerticalDownArrowProcess"/>
    <dgm:cxn modelId="{27D3AE53-789D-4CE5-8C46-0FE2453CF3D7}" type="presParOf" srcId="{5B768296-071B-4DBA-BB43-35912917CE47}" destId="{498F9823-7C1A-488F-BE6F-A1494DB0D9C5}" srcOrd="1" destOrd="0" presId="urn:microsoft.com/office/officeart/2016/7/layout/VerticalDownArrowProcess"/>
    <dgm:cxn modelId="{1EFD19D6-6BB4-4D84-8387-3F32006F3F78}" type="presParOf" srcId="{86EA528B-C351-4D60-AA46-5D1FF037E8CF}" destId="{9B6DD9A7-24B4-4B7A-8257-C217786E5968}" srcOrd="1" destOrd="0" presId="urn:microsoft.com/office/officeart/2016/7/layout/VerticalDownArrowProcess"/>
    <dgm:cxn modelId="{708B6AD6-6D2D-4886-875C-29A82C14FFF0}" type="presParOf" srcId="{86EA528B-C351-4D60-AA46-5D1FF037E8CF}" destId="{3CCAF34E-963F-44DF-964D-A4DBBCC7A6A5}" srcOrd="2" destOrd="0" presId="urn:microsoft.com/office/officeart/2016/7/layout/VerticalDownArrowProcess"/>
    <dgm:cxn modelId="{1EB99C2F-2511-46A4-8239-ADF4E235E65D}" type="presParOf" srcId="{3CCAF34E-963F-44DF-964D-A4DBBCC7A6A5}" destId="{BF9D6C30-F90E-491E-92D6-D8AE568464F9}" srcOrd="0" destOrd="0" presId="urn:microsoft.com/office/officeart/2016/7/layout/VerticalDownArrowProcess"/>
    <dgm:cxn modelId="{E3B2AEEE-9EDD-40DD-84BB-412A94B68400}" type="presParOf" srcId="{3CCAF34E-963F-44DF-964D-A4DBBCC7A6A5}" destId="{DA06AAD6-CB2C-4BC6-9628-D238391A716E}" srcOrd="1" destOrd="0" presId="urn:microsoft.com/office/officeart/2016/7/layout/VerticalDownArrowProcess"/>
    <dgm:cxn modelId="{7A4A57B1-2E9D-4B60-BECE-B17EFE2C294B}" type="presParOf" srcId="{3CCAF34E-963F-44DF-964D-A4DBBCC7A6A5}" destId="{BCA4B80C-EBD3-461F-A136-87D98B839B55}" srcOrd="2" destOrd="0" presId="urn:microsoft.com/office/officeart/2016/7/layout/VerticalDownArrowProcess"/>
    <dgm:cxn modelId="{B9DEA7D4-1556-47F3-B72B-0F813F83ACEF}" type="presParOf" srcId="{86EA528B-C351-4D60-AA46-5D1FF037E8CF}" destId="{E68FF03C-1A03-4ED7-B444-2122E384C439}" srcOrd="3" destOrd="0" presId="urn:microsoft.com/office/officeart/2016/7/layout/VerticalDownArrowProcess"/>
    <dgm:cxn modelId="{7390B3AD-CB54-431D-9954-48E37A413D3F}" type="presParOf" srcId="{86EA528B-C351-4D60-AA46-5D1FF037E8CF}" destId="{D2391CF5-9700-4FA0-808A-49F2F9B35D3C}" srcOrd="4" destOrd="0" presId="urn:microsoft.com/office/officeart/2016/7/layout/VerticalDownArrowProcess"/>
    <dgm:cxn modelId="{8D8ADC1F-E442-43B3-ABA1-A8AA3B5390D0}" type="presParOf" srcId="{D2391CF5-9700-4FA0-808A-49F2F9B35D3C}" destId="{5729D8F4-25D2-4331-8397-81424256E90F}" srcOrd="0" destOrd="0" presId="urn:microsoft.com/office/officeart/2016/7/layout/VerticalDownArrowProcess"/>
    <dgm:cxn modelId="{57F6E935-ABD4-4CC2-B355-340EBCF6E8E2}" type="presParOf" srcId="{D2391CF5-9700-4FA0-808A-49F2F9B35D3C}" destId="{36CFFF8A-AD27-4950-A343-B0D76BC71FB7}" srcOrd="1" destOrd="0" presId="urn:microsoft.com/office/officeart/2016/7/layout/VerticalDownArrowProcess"/>
    <dgm:cxn modelId="{A32C26DB-89B9-4124-9CEA-B6C47A846561}" type="presParOf" srcId="{D2391CF5-9700-4FA0-808A-49F2F9B35D3C}" destId="{5EEEDE48-737A-45FC-9E82-2D26ACBAEAB5}" srcOrd="2" destOrd="0" presId="urn:microsoft.com/office/officeart/2016/7/layout/VerticalDownArrowProcess"/>
    <dgm:cxn modelId="{977E3E75-BCCF-4DE8-9EC5-08EC24065D1D}" type="presParOf" srcId="{86EA528B-C351-4D60-AA46-5D1FF037E8CF}" destId="{38EF40D0-6357-4F4E-9E60-DA955152FA71}" srcOrd="5" destOrd="0" presId="urn:microsoft.com/office/officeart/2016/7/layout/VerticalDownArrowProcess"/>
    <dgm:cxn modelId="{4B54D734-7A1B-4891-9C46-7469959BB622}" type="presParOf" srcId="{86EA528B-C351-4D60-AA46-5D1FF037E8CF}" destId="{B26F1C59-A5F9-40FA-B301-845C55AC9EA5}" srcOrd="6" destOrd="0" presId="urn:microsoft.com/office/officeart/2016/7/layout/VerticalDownArrowProcess"/>
    <dgm:cxn modelId="{7556CE7B-4BFB-4DBD-9525-7E2D47D63E03}" type="presParOf" srcId="{B26F1C59-A5F9-40FA-B301-845C55AC9EA5}" destId="{B3E1C272-C65E-4192-9E43-88CF01B8D525}" srcOrd="0" destOrd="0" presId="urn:microsoft.com/office/officeart/2016/7/layout/VerticalDownArrowProcess"/>
    <dgm:cxn modelId="{1329DB43-519A-4F15-90A6-F031A975BE62}" type="presParOf" srcId="{B26F1C59-A5F9-40FA-B301-845C55AC9EA5}" destId="{96CC2919-76BF-4727-99D8-019540B061EB}" srcOrd="1" destOrd="0" presId="urn:microsoft.com/office/officeart/2016/7/layout/VerticalDownArrowProcess"/>
    <dgm:cxn modelId="{AC16BE2A-1B6D-406D-A738-75169A530C3A}" type="presParOf" srcId="{B26F1C59-A5F9-40FA-B301-845C55AC9EA5}" destId="{B2A88A31-9267-4CEF-9EB4-5DA4816E379E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99B12D6A-25F9-4F08-A25E-AC6DF8F96E19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03AEB827-09A7-4ED8-A547-58DD89345FDE}">
      <dgm:prSet/>
      <dgm:spPr/>
      <dgm:t>
        <a:bodyPr/>
        <a:lstStyle/>
        <a:p>
          <a:r>
            <a:rPr lang="en-US"/>
            <a:t>ลดภาระ Service Desk</a:t>
          </a:r>
        </a:p>
      </dgm:t>
    </dgm:pt>
    <dgm:pt modelId="{3A4F9364-CB93-45A9-969F-A73657007E5A}" type="parTrans" cxnId="{E925E715-F192-4833-A53D-7A43CC6052E5}">
      <dgm:prSet/>
      <dgm:spPr/>
      <dgm:t>
        <a:bodyPr/>
        <a:lstStyle/>
        <a:p>
          <a:endParaRPr lang="en-US"/>
        </a:p>
      </dgm:t>
    </dgm:pt>
    <dgm:pt modelId="{27BD3254-02EA-4B58-A445-E2D8F3BA729A}" type="sibTrans" cxnId="{E925E715-F192-4833-A53D-7A43CC6052E5}">
      <dgm:prSet/>
      <dgm:spPr/>
      <dgm:t>
        <a:bodyPr/>
        <a:lstStyle/>
        <a:p>
          <a:endParaRPr lang="en-US"/>
        </a:p>
      </dgm:t>
    </dgm:pt>
    <dgm:pt modelId="{259230A9-3213-4C9F-B1CF-16F72E6A5E1C}">
      <dgm:prSet/>
      <dgm:spPr/>
      <dgm:t>
        <a:bodyPr/>
        <a:lstStyle/>
        <a:p>
          <a:r>
            <a:rPr lang="en-US"/>
            <a:t>เพิ่มความพึงพอใจผู้ใช้</a:t>
          </a:r>
        </a:p>
      </dgm:t>
    </dgm:pt>
    <dgm:pt modelId="{F3691827-58F4-44ED-A95C-AA8468960248}" type="parTrans" cxnId="{4EDC0B6F-407E-4A2D-8A4B-0FF4A4ED2C84}">
      <dgm:prSet/>
      <dgm:spPr/>
      <dgm:t>
        <a:bodyPr/>
        <a:lstStyle/>
        <a:p>
          <a:endParaRPr lang="en-US"/>
        </a:p>
      </dgm:t>
    </dgm:pt>
    <dgm:pt modelId="{A400BDF4-854C-49AF-8D29-68C71BD8A4B2}" type="sibTrans" cxnId="{4EDC0B6F-407E-4A2D-8A4B-0FF4A4ED2C84}">
      <dgm:prSet/>
      <dgm:spPr/>
      <dgm:t>
        <a:bodyPr/>
        <a:lstStyle/>
        <a:p>
          <a:endParaRPr lang="en-US"/>
        </a:p>
      </dgm:t>
    </dgm:pt>
    <dgm:pt modelId="{5F842FD4-A34C-4083-9CE4-33F7D585781E}">
      <dgm:prSet/>
      <dgm:spPr/>
      <dgm:t>
        <a:bodyPr/>
        <a:lstStyle/>
        <a:p>
          <a:r>
            <a:rPr lang="en-US"/>
            <a:t>รองรับ AI &amp; Automation ในอนาคต</a:t>
          </a:r>
        </a:p>
      </dgm:t>
    </dgm:pt>
    <dgm:pt modelId="{4383C26A-3958-42A8-B841-C85DF693E852}" type="parTrans" cxnId="{FF6A075F-24B7-40FA-AACD-4F2D436C87FE}">
      <dgm:prSet/>
      <dgm:spPr/>
      <dgm:t>
        <a:bodyPr/>
        <a:lstStyle/>
        <a:p>
          <a:endParaRPr lang="en-US"/>
        </a:p>
      </dgm:t>
    </dgm:pt>
    <dgm:pt modelId="{F7A88D91-AF33-4E46-B06B-9610D4E50DE3}" type="sibTrans" cxnId="{FF6A075F-24B7-40FA-AACD-4F2D436C87FE}">
      <dgm:prSet/>
      <dgm:spPr/>
      <dgm:t>
        <a:bodyPr/>
        <a:lstStyle/>
        <a:p>
          <a:endParaRPr lang="en-US"/>
        </a:p>
      </dgm:t>
    </dgm:pt>
    <dgm:pt modelId="{3EAA64AC-1E87-47EB-8062-9516E2F5D563}">
      <dgm:prSet/>
      <dgm:spPr/>
      <dgm:t>
        <a:bodyPr/>
        <a:lstStyle/>
        <a:p>
          <a:r>
            <a:rPr lang="en-US"/>
            <a:t>Scalable &amp; Secure Architecture</a:t>
          </a:r>
        </a:p>
      </dgm:t>
    </dgm:pt>
    <dgm:pt modelId="{9ADB6CEC-9ADD-4E72-964D-A328D8465A82}" type="parTrans" cxnId="{8228AD74-EAB7-48C3-85E4-F8252BC27985}">
      <dgm:prSet/>
      <dgm:spPr/>
      <dgm:t>
        <a:bodyPr/>
        <a:lstStyle/>
        <a:p>
          <a:endParaRPr lang="en-US"/>
        </a:p>
      </dgm:t>
    </dgm:pt>
    <dgm:pt modelId="{E45C68CD-2E43-469B-A84D-98CFCE6FA9F8}" type="sibTrans" cxnId="{8228AD74-EAB7-48C3-85E4-F8252BC27985}">
      <dgm:prSet/>
      <dgm:spPr/>
      <dgm:t>
        <a:bodyPr/>
        <a:lstStyle/>
        <a:p>
          <a:endParaRPr lang="en-US"/>
        </a:p>
      </dgm:t>
    </dgm:pt>
    <dgm:pt modelId="{A395CF20-DAAF-4335-B8DC-CB45B9808F50}" type="pres">
      <dgm:prSet presAssocID="{99B12D6A-25F9-4F08-A25E-AC6DF8F96E19}" presName="vert0" presStyleCnt="0">
        <dgm:presLayoutVars>
          <dgm:dir/>
          <dgm:animOne val="branch"/>
          <dgm:animLvl val="lvl"/>
        </dgm:presLayoutVars>
      </dgm:prSet>
      <dgm:spPr/>
    </dgm:pt>
    <dgm:pt modelId="{AFCC98C6-4BDE-4A03-945D-1BC9DFA2ECEA}" type="pres">
      <dgm:prSet presAssocID="{03AEB827-09A7-4ED8-A547-58DD89345FDE}" presName="thickLine" presStyleLbl="alignNode1" presStyleIdx="0" presStyleCnt="4"/>
      <dgm:spPr/>
    </dgm:pt>
    <dgm:pt modelId="{382A8DA1-DE5D-4324-A240-82C5C9DF62FD}" type="pres">
      <dgm:prSet presAssocID="{03AEB827-09A7-4ED8-A547-58DD89345FDE}" presName="horz1" presStyleCnt="0"/>
      <dgm:spPr/>
    </dgm:pt>
    <dgm:pt modelId="{6A32607D-2A12-4055-ABC5-1C00670FD6F8}" type="pres">
      <dgm:prSet presAssocID="{03AEB827-09A7-4ED8-A547-58DD89345FDE}" presName="tx1" presStyleLbl="revTx" presStyleIdx="0" presStyleCnt="4"/>
      <dgm:spPr/>
    </dgm:pt>
    <dgm:pt modelId="{2372A8CF-69EC-4DB8-9D92-ABD1B10932FE}" type="pres">
      <dgm:prSet presAssocID="{03AEB827-09A7-4ED8-A547-58DD89345FDE}" presName="vert1" presStyleCnt="0"/>
      <dgm:spPr/>
    </dgm:pt>
    <dgm:pt modelId="{EDFA8DD1-14CB-403A-9B5C-70C2048E4590}" type="pres">
      <dgm:prSet presAssocID="{259230A9-3213-4C9F-B1CF-16F72E6A5E1C}" presName="thickLine" presStyleLbl="alignNode1" presStyleIdx="1" presStyleCnt="4"/>
      <dgm:spPr/>
    </dgm:pt>
    <dgm:pt modelId="{323BABB0-B85D-41AA-B3DC-1DE920ADE220}" type="pres">
      <dgm:prSet presAssocID="{259230A9-3213-4C9F-B1CF-16F72E6A5E1C}" presName="horz1" presStyleCnt="0"/>
      <dgm:spPr/>
    </dgm:pt>
    <dgm:pt modelId="{DBCC33D3-3C92-4F37-BC7E-848758D4D05A}" type="pres">
      <dgm:prSet presAssocID="{259230A9-3213-4C9F-B1CF-16F72E6A5E1C}" presName="tx1" presStyleLbl="revTx" presStyleIdx="1" presStyleCnt="4"/>
      <dgm:spPr/>
    </dgm:pt>
    <dgm:pt modelId="{CC00B2F1-5ED8-486B-8D81-3388DBA8EA62}" type="pres">
      <dgm:prSet presAssocID="{259230A9-3213-4C9F-B1CF-16F72E6A5E1C}" presName="vert1" presStyleCnt="0"/>
      <dgm:spPr/>
    </dgm:pt>
    <dgm:pt modelId="{936812CC-1B8C-45D1-9549-CE9E0E518C52}" type="pres">
      <dgm:prSet presAssocID="{5F842FD4-A34C-4083-9CE4-33F7D585781E}" presName="thickLine" presStyleLbl="alignNode1" presStyleIdx="2" presStyleCnt="4"/>
      <dgm:spPr/>
    </dgm:pt>
    <dgm:pt modelId="{8376AF73-067E-4635-8127-BAF6E734F72F}" type="pres">
      <dgm:prSet presAssocID="{5F842FD4-A34C-4083-9CE4-33F7D585781E}" presName="horz1" presStyleCnt="0"/>
      <dgm:spPr/>
    </dgm:pt>
    <dgm:pt modelId="{42A82164-0B7D-4315-B5AB-5C0641DBBADA}" type="pres">
      <dgm:prSet presAssocID="{5F842FD4-A34C-4083-9CE4-33F7D585781E}" presName="tx1" presStyleLbl="revTx" presStyleIdx="2" presStyleCnt="4"/>
      <dgm:spPr/>
    </dgm:pt>
    <dgm:pt modelId="{F6F23819-F354-442D-AF7D-2A3E7E851FC8}" type="pres">
      <dgm:prSet presAssocID="{5F842FD4-A34C-4083-9CE4-33F7D585781E}" presName="vert1" presStyleCnt="0"/>
      <dgm:spPr/>
    </dgm:pt>
    <dgm:pt modelId="{72CB7B64-1381-451D-91D8-1EC9FDE39C90}" type="pres">
      <dgm:prSet presAssocID="{3EAA64AC-1E87-47EB-8062-9516E2F5D563}" presName="thickLine" presStyleLbl="alignNode1" presStyleIdx="3" presStyleCnt="4"/>
      <dgm:spPr/>
    </dgm:pt>
    <dgm:pt modelId="{3377647C-1FF4-407B-8B3E-D69A3058B7A7}" type="pres">
      <dgm:prSet presAssocID="{3EAA64AC-1E87-47EB-8062-9516E2F5D563}" presName="horz1" presStyleCnt="0"/>
      <dgm:spPr/>
    </dgm:pt>
    <dgm:pt modelId="{F0170200-D2E0-4586-B47C-2EBAD7945A23}" type="pres">
      <dgm:prSet presAssocID="{3EAA64AC-1E87-47EB-8062-9516E2F5D563}" presName="tx1" presStyleLbl="revTx" presStyleIdx="3" presStyleCnt="4"/>
      <dgm:spPr/>
    </dgm:pt>
    <dgm:pt modelId="{CAFA3192-68EC-4897-ABD4-EC98ABAE89F6}" type="pres">
      <dgm:prSet presAssocID="{3EAA64AC-1E87-47EB-8062-9516E2F5D563}" presName="vert1" presStyleCnt="0"/>
      <dgm:spPr/>
    </dgm:pt>
  </dgm:ptLst>
  <dgm:cxnLst>
    <dgm:cxn modelId="{E925E715-F192-4833-A53D-7A43CC6052E5}" srcId="{99B12D6A-25F9-4F08-A25E-AC6DF8F96E19}" destId="{03AEB827-09A7-4ED8-A547-58DD89345FDE}" srcOrd="0" destOrd="0" parTransId="{3A4F9364-CB93-45A9-969F-A73657007E5A}" sibTransId="{27BD3254-02EA-4B58-A445-E2D8F3BA729A}"/>
    <dgm:cxn modelId="{8844C720-C5F6-409C-8A79-24F7103D8262}" type="presOf" srcId="{03AEB827-09A7-4ED8-A547-58DD89345FDE}" destId="{6A32607D-2A12-4055-ABC5-1C00670FD6F8}" srcOrd="0" destOrd="0" presId="urn:microsoft.com/office/officeart/2008/layout/LinedList"/>
    <dgm:cxn modelId="{14694429-EBAB-4B85-B079-849AF3D02520}" type="presOf" srcId="{259230A9-3213-4C9F-B1CF-16F72E6A5E1C}" destId="{DBCC33D3-3C92-4F37-BC7E-848758D4D05A}" srcOrd="0" destOrd="0" presId="urn:microsoft.com/office/officeart/2008/layout/LinedList"/>
    <dgm:cxn modelId="{FF6A075F-24B7-40FA-AACD-4F2D436C87FE}" srcId="{99B12D6A-25F9-4F08-A25E-AC6DF8F96E19}" destId="{5F842FD4-A34C-4083-9CE4-33F7D585781E}" srcOrd="2" destOrd="0" parTransId="{4383C26A-3958-42A8-B841-C85DF693E852}" sibTransId="{F7A88D91-AF33-4E46-B06B-9610D4E50DE3}"/>
    <dgm:cxn modelId="{4EDC0B6F-407E-4A2D-8A4B-0FF4A4ED2C84}" srcId="{99B12D6A-25F9-4F08-A25E-AC6DF8F96E19}" destId="{259230A9-3213-4C9F-B1CF-16F72E6A5E1C}" srcOrd="1" destOrd="0" parTransId="{F3691827-58F4-44ED-A95C-AA8468960248}" sibTransId="{A400BDF4-854C-49AF-8D29-68C71BD8A4B2}"/>
    <dgm:cxn modelId="{8228AD74-EAB7-48C3-85E4-F8252BC27985}" srcId="{99B12D6A-25F9-4F08-A25E-AC6DF8F96E19}" destId="{3EAA64AC-1E87-47EB-8062-9516E2F5D563}" srcOrd="3" destOrd="0" parTransId="{9ADB6CEC-9ADD-4E72-964D-A328D8465A82}" sibTransId="{E45C68CD-2E43-469B-A84D-98CFCE6FA9F8}"/>
    <dgm:cxn modelId="{7EFC5180-1A48-4BB7-929B-E821537082B6}" type="presOf" srcId="{5F842FD4-A34C-4083-9CE4-33F7D585781E}" destId="{42A82164-0B7D-4315-B5AB-5C0641DBBADA}" srcOrd="0" destOrd="0" presId="urn:microsoft.com/office/officeart/2008/layout/LinedList"/>
    <dgm:cxn modelId="{A588B5A6-71ED-40F1-B440-82213EED02FD}" type="presOf" srcId="{3EAA64AC-1E87-47EB-8062-9516E2F5D563}" destId="{F0170200-D2E0-4586-B47C-2EBAD7945A23}" srcOrd="0" destOrd="0" presId="urn:microsoft.com/office/officeart/2008/layout/LinedList"/>
    <dgm:cxn modelId="{CBD9B4BA-079D-4C0F-B5B5-D96F0A4C87E5}" type="presOf" srcId="{99B12D6A-25F9-4F08-A25E-AC6DF8F96E19}" destId="{A395CF20-DAAF-4335-B8DC-CB45B9808F50}" srcOrd="0" destOrd="0" presId="urn:microsoft.com/office/officeart/2008/layout/LinedList"/>
    <dgm:cxn modelId="{A25910E6-CA90-414D-A2F9-66F312DF4293}" type="presParOf" srcId="{A395CF20-DAAF-4335-B8DC-CB45B9808F50}" destId="{AFCC98C6-4BDE-4A03-945D-1BC9DFA2ECEA}" srcOrd="0" destOrd="0" presId="urn:microsoft.com/office/officeart/2008/layout/LinedList"/>
    <dgm:cxn modelId="{95500092-8D54-497E-8FDF-DBD62E02B55E}" type="presParOf" srcId="{A395CF20-DAAF-4335-B8DC-CB45B9808F50}" destId="{382A8DA1-DE5D-4324-A240-82C5C9DF62FD}" srcOrd="1" destOrd="0" presId="urn:microsoft.com/office/officeart/2008/layout/LinedList"/>
    <dgm:cxn modelId="{30CED1C1-D404-4CAC-8229-2EE5DDA31797}" type="presParOf" srcId="{382A8DA1-DE5D-4324-A240-82C5C9DF62FD}" destId="{6A32607D-2A12-4055-ABC5-1C00670FD6F8}" srcOrd="0" destOrd="0" presId="urn:microsoft.com/office/officeart/2008/layout/LinedList"/>
    <dgm:cxn modelId="{01B677BF-20D8-4CFB-93A2-309C7C4ACEBE}" type="presParOf" srcId="{382A8DA1-DE5D-4324-A240-82C5C9DF62FD}" destId="{2372A8CF-69EC-4DB8-9D92-ABD1B10932FE}" srcOrd="1" destOrd="0" presId="urn:microsoft.com/office/officeart/2008/layout/LinedList"/>
    <dgm:cxn modelId="{91CC7EFE-A098-4F8A-A477-E22E57E9D37F}" type="presParOf" srcId="{A395CF20-DAAF-4335-B8DC-CB45B9808F50}" destId="{EDFA8DD1-14CB-403A-9B5C-70C2048E4590}" srcOrd="2" destOrd="0" presId="urn:microsoft.com/office/officeart/2008/layout/LinedList"/>
    <dgm:cxn modelId="{B1033794-1574-4AF0-8C0B-2CC3C7B2C28B}" type="presParOf" srcId="{A395CF20-DAAF-4335-B8DC-CB45B9808F50}" destId="{323BABB0-B85D-41AA-B3DC-1DE920ADE220}" srcOrd="3" destOrd="0" presId="urn:microsoft.com/office/officeart/2008/layout/LinedList"/>
    <dgm:cxn modelId="{67571EE2-138B-4F6A-84EE-CBD34DDBDE4D}" type="presParOf" srcId="{323BABB0-B85D-41AA-B3DC-1DE920ADE220}" destId="{DBCC33D3-3C92-4F37-BC7E-848758D4D05A}" srcOrd="0" destOrd="0" presId="urn:microsoft.com/office/officeart/2008/layout/LinedList"/>
    <dgm:cxn modelId="{BB33C618-4987-4D72-9954-531EAE0C96DA}" type="presParOf" srcId="{323BABB0-B85D-41AA-B3DC-1DE920ADE220}" destId="{CC00B2F1-5ED8-486B-8D81-3388DBA8EA62}" srcOrd="1" destOrd="0" presId="urn:microsoft.com/office/officeart/2008/layout/LinedList"/>
    <dgm:cxn modelId="{903C5F17-4B48-4B9D-A6D1-D5DA0397E1E3}" type="presParOf" srcId="{A395CF20-DAAF-4335-B8DC-CB45B9808F50}" destId="{936812CC-1B8C-45D1-9549-CE9E0E518C52}" srcOrd="4" destOrd="0" presId="urn:microsoft.com/office/officeart/2008/layout/LinedList"/>
    <dgm:cxn modelId="{7C624426-75FE-42DA-BD58-A4854A090274}" type="presParOf" srcId="{A395CF20-DAAF-4335-B8DC-CB45B9808F50}" destId="{8376AF73-067E-4635-8127-BAF6E734F72F}" srcOrd="5" destOrd="0" presId="urn:microsoft.com/office/officeart/2008/layout/LinedList"/>
    <dgm:cxn modelId="{E283CEC6-73A7-4CA0-AA4E-073C59AD56A4}" type="presParOf" srcId="{8376AF73-067E-4635-8127-BAF6E734F72F}" destId="{42A82164-0B7D-4315-B5AB-5C0641DBBADA}" srcOrd="0" destOrd="0" presId="urn:microsoft.com/office/officeart/2008/layout/LinedList"/>
    <dgm:cxn modelId="{4247889D-3A38-40C2-9101-2DD385F10B59}" type="presParOf" srcId="{8376AF73-067E-4635-8127-BAF6E734F72F}" destId="{F6F23819-F354-442D-AF7D-2A3E7E851FC8}" srcOrd="1" destOrd="0" presId="urn:microsoft.com/office/officeart/2008/layout/LinedList"/>
    <dgm:cxn modelId="{CEA95211-134A-4780-ABA0-38265165998E}" type="presParOf" srcId="{A395CF20-DAAF-4335-B8DC-CB45B9808F50}" destId="{72CB7B64-1381-451D-91D8-1EC9FDE39C90}" srcOrd="6" destOrd="0" presId="urn:microsoft.com/office/officeart/2008/layout/LinedList"/>
    <dgm:cxn modelId="{A92B364A-0CB6-4F73-8665-738B81D5ED2F}" type="presParOf" srcId="{A395CF20-DAAF-4335-B8DC-CB45B9808F50}" destId="{3377647C-1FF4-407B-8B3E-D69A3058B7A7}" srcOrd="7" destOrd="0" presId="urn:microsoft.com/office/officeart/2008/layout/LinedList"/>
    <dgm:cxn modelId="{C3CC16BD-8E7E-45DB-9E2E-3E90D49D916A}" type="presParOf" srcId="{3377647C-1FF4-407B-8B3E-D69A3058B7A7}" destId="{F0170200-D2E0-4586-B47C-2EBAD7945A23}" srcOrd="0" destOrd="0" presId="urn:microsoft.com/office/officeart/2008/layout/LinedList"/>
    <dgm:cxn modelId="{FF569707-12B7-4D07-8B7A-FEE4055E24B5}" type="presParOf" srcId="{3377647C-1FF4-407B-8B3E-D69A3058B7A7}" destId="{CAFA3192-68EC-4897-ABD4-EC98ABAE89F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F203702-98E9-4AB4-8CE1-E361F4B50BA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2561C60-8834-41BD-95AA-C59D15739922}">
      <dgm:prSet/>
      <dgm:spPr/>
      <dgm:t>
        <a:bodyPr/>
        <a:lstStyle/>
        <a:p>
          <a:r>
            <a:rPr lang="en-US"/>
            <a:t>Confirm Deployment Option</a:t>
          </a:r>
        </a:p>
      </dgm:t>
    </dgm:pt>
    <dgm:pt modelId="{446C4E5D-A091-4B93-A9B0-445139ED43CF}" type="parTrans" cxnId="{E62C7CE5-4CBB-486F-992D-8FD6CF029592}">
      <dgm:prSet/>
      <dgm:spPr/>
      <dgm:t>
        <a:bodyPr/>
        <a:lstStyle/>
        <a:p>
          <a:endParaRPr lang="en-US"/>
        </a:p>
      </dgm:t>
    </dgm:pt>
    <dgm:pt modelId="{E60FCA80-2EC3-4D13-82CF-AC11042C3508}" type="sibTrans" cxnId="{E62C7CE5-4CBB-486F-992D-8FD6CF029592}">
      <dgm:prSet/>
      <dgm:spPr/>
      <dgm:t>
        <a:bodyPr/>
        <a:lstStyle/>
        <a:p>
          <a:endParaRPr lang="en-US"/>
        </a:p>
      </dgm:t>
    </dgm:pt>
    <dgm:pt modelId="{2B4AE90D-62B2-4CA8-B8EA-36C059EC684C}">
      <dgm:prSet/>
      <dgm:spPr/>
      <dgm:t>
        <a:bodyPr/>
        <a:lstStyle/>
        <a:p>
          <a:r>
            <a:rPr lang="en-US"/>
            <a:t>Approve Budget</a:t>
          </a:r>
        </a:p>
      </dgm:t>
    </dgm:pt>
    <dgm:pt modelId="{A0820F4F-1394-42F4-BDE9-950A4FE31798}" type="parTrans" cxnId="{DDE05B3C-B294-4053-80E1-B6C51CA03F45}">
      <dgm:prSet/>
      <dgm:spPr/>
      <dgm:t>
        <a:bodyPr/>
        <a:lstStyle/>
        <a:p>
          <a:endParaRPr lang="en-US"/>
        </a:p>
      </dgm:t>
    </dgm:pt>
    <dgm:pt modelId="{0555EF0B-2B04-4097-BBA2-ED6C4872F1EB}" type="sibTrans" cxnId="{DDE05B3C-B294-4053-80E1-B6C51CA03F45}">
      <dgm:prSet/>
      <dgm:spPr/>
      <dgm:t>
        <a:bodyPr/>
        <a:lstStyle/>
        <a:p>
          <a:endParaRPr lang="en-US"/>
        </a:p>
      </dgm:t>
    </dgm:pt>
    <dgm:pt modelId="{3CBDC89C-77F0-431D-A6C1-5D813704883C}">
      <dgm:prSet/>
      <dgm:spPr/>
      <dgm:t>
        <a:bodyPr/>
        <a:lstStyle/>
        <a:p>
          <a:r>
            <a:rPr lang="en-US"/>
            <a:t>Implementation Timeline (4–6 Weeks)</a:t>
          </a:r>
        </a:p>
      </dgm:t>
    </dgm:pt>
    <dgm:pt modelId="{B85DCC5A-76A4-4F04-BEB6-75F4D29788B7}" type="parTrans" cxnId="{09AD98AE-8314-43E0-81E0-FBB48D06E3B5}">
      <dgm:prSet/>
      <dgm:spPr/>
      <dgm:t>
        <a:bodyPr/>
        <a:lstStyle/>
        <a:p>
          <a:endParaRPr lang="en-US"/>
        </a:p>
      </dgm:t>
    </dgm:pt>
    <dgm:pt modelId="{E2B826FD-F076-4B2D-83D0-A1652B405887}" type="sibTrans" cxnId="{09AD98AE-8314-43E0-81E0-FBB48D06E3B5}">
      <dgm:prSet/>
      <dgm:spPr/>
      <dgm:t>
        <a:bodyPr/>
        <a:lstStyle/>
        <a:p>
          <a:endParaRPr lang="en-US"/>
        </a:p>
      </dgm:t>
    </dgm:pt>
    <dgm:pt modelId="{FE683BF7-16ED-49FE-8AB4-A402219456E4}">
      <dgm:prSet/>
      <dgm:spPr/>
      <dgm:t>
        <a:bodyPr/>
        <a:lstStyle/>
        <a:p>
          <a:r>
            <a:rPr lang="en-US"/>
            <a:t>Pilot &amp; Go-Live</a:t>
          </a:r>
        </a:p>
      </dgm:t>
    </dgm:pt>
    <dgm:pt modelId="{BDD4BD28-DE35-434E-9F19-167D3507A30D}" type="parTrans" cxnId="{400B3B78-710C-44A5-A520-A094AEBB58C2}">
      <dgm:prSet/>
      <dgm:spPr/>
      <dgm:t>
        <a:bodyPr/>
        <a:lstStyle/>
        <a:p>
          <a:endParaRPr lang="en-US"/>
        </a:p>
      </dgm:t>
    </dgm:pt>
    <dgm:pt modelId="{D8D61B95-8ACA-48CA-90AB-BF5CBB3771A0}" type="sibTrans" cxnId="{400B3B78-710C-44A5-A520-A094AEBB58C2}">
      <dgm:prSet/>
      <dgm:spPr/>
      <dgm:t>
        <a:bodyPr/>
        <a:lstStyle/>
        <a:p>
          <a:endParaRPr lang="en-US"/>
        </a:p>
      </dgm:t>
    </dgm:pt>
    <dgm:pt modelId="{E244A11E-1D91-437C-A21A-0350B6D2750D}" type="pres">
      <dgm:prSet presAssocID="{0F203702-98E9-4AB4-8CE1-E361F4B50BA0}" presName="linear" presStyleCnt="0">
        <dgm:presLayoutVars>
          <dgm:animLvl val="lvl"/>
          <dgm:resizeHandles val="exact"/>
        </dgm:presLayoutVars>
      </dgm:prSet>
      <dgm:spPr/>
    </dgm:pt>
    <dgm:pt modelId="{65610998-CEDF-4654-B3E5-265724EDE499}" type="pres">
      <dgm:prSet presAssocID="{72561C60-8834-41BD-95AA-C59D1573992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68B2239-E625-48AF-BC7C-7DC31F88F159}" type="pres">
      <dgm:prSet presAssocID="{E60FCA80-2EC3-4D13-82CF-AC11042C3508}" presName="spacer" presStyleCnt="0"/>
      <dgm:spPr/>
    </dgm:pt>
    <dgm:pt modelId="{831DF7E1-9BE3-4565-9778-C5D93FC51069}" type="pres">
      <dgm:prSet presAssocID="{2B4AE90D-62B2-4CA8-B8EA-36C059EC684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B8A0DE2-A517-4C05-96CF-BEA8EB461FAA}" type="pres">
      <dgm:prSet presAssocID="{0555EF0B-2B04-4097-BBA2-ED6C4872F1EB}" presName="spacer" presStyleCnt="0"/>
      <dgm:spPr/>
    </dgm:pt>
    <dgm:pt modelId="{B44E7F95-8760-4511-A6B8-7BC8FCB60702}" type="pres">
      <dgm:prSet presAssocID="{3CBDC89C-77F0-431D-A6C1-5D813704883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09B0293-96EB-467B-B390-41DD644AEE1F}" type="pres">
      <dgm:prSet presAssocID="{E2B826FD-F076-4B2D-83D0-A1652B405887}" presName="spacer" presStyleCnt="0"/>
      <dgm:spPr/>
    </dgm:pt>
    <dgm:pt modelId="{5781E821-C343-45E4-B382-0D0F10CB5D2A}" type="pres">
      <dgm:prSet presAssocID="{FE683BF7-16ED-49FE-8AB4-A402219456E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434740A-556A-4A36-A888-7C8F5136D60E}" type="presOf" srcId="{2B4AE90D-62B2-4CA8-B8EA-36C059EC684C}" destId="{831DF7E1-9BE3-4565-9778-C5D93FC51069}" srcOrd="0" destOrd="0" presId="urn:microsoft.com/office/officeart/2005/8/layout/vList2"/>
    <dgm:cxn modelId="{DDE05B3C-B294-4053-80E1-B6C51CA03F45}" srcId="{0F203702-98E9-4AB4-8CE1-E361F4B50BA0}" destId="{2B4AE90D-62B2-4CA8-B8EA-36C059EC684C}" srcOrd="1" destOrd="0" parTransId="{A0820F4F-1394-42F4-BDE9-950A4FE31798}" sibTransId="{0555EF0B-2B04-4097-BBA2-ED6C4872F1EB}"/>
    <dgm:cxn modelId="{63CFD76B-537C-4561-8551-7B84262739E9}" type="presOf" srcId="{3CBDC89C-77F0-431D-A6C1-5D813704883C}" destId="{B44E7F95-8760-4511-A6B8-7BC8FCB60702}" srcOrd="0" destOrd="0" presId="urn:microsoft.com/office/officeart/2005/8/layout/vList2"/>
    <dgm:cxn modelId="{400B3B78-710C-44A5-A520-A094AEBB58C2}" srcId="{0F203702-98E9-4AB4-8CE1-E361F4B50BA0}" destId="{FE683BF7-16ED-49FE-8AB4-A402219456E4}" srcOrd="3" destOrd="0" parTransId="{BDD4BD28-DE35-434E-9F19-167D3507A30D}" sibTransId="{D8D61B95-8ACA-48CA-90AB-BF5CBB3771A0}"/>
    <dgm:cxn modelId="{38D9937E-4903-42E7-B17D-F2542B9614CE}" type="presOf" srcId="{FE683BF7-16ED-49FE-8AB4-A402219456E4}" destId="{5781E821-C343-45E4-B382-0D0F10CB5D2A}" srcOrd="0" destOrd="0" presId="urn:microsoft.com/office/officeart/2005/8/layout/vList2"/>
    <dgm:cxn modelId="{09AD98AE-8314-43E0-81E0-FBB48D06E3B5}" srcId="{0F203702-98E9-4AB4-8CE1-E361F4B50BA0}" destId="{3CBDC89C-77F0-431D-A6C1-5D813704883C}" srcOrd="2" destOrd="0" parTransId="{B85DCC5A-76A4-4F04-BEB6-75F4D29788B7}" sibTransId="{E2B826FD-F076-4B2D-83D0-A1652B405887}"/>
    <dgm:cxn modelId="{535D4ED4-08A8-4048-B1E3-52908EA49B08}" type="presOf" srcId="{72561C60-8834-41BD-95AA-C59D15739922}" destId="{65610998-CEDF-4654-B3E5-265724EDE499}" srcOrd="0" destOrd="0" presId="urn:microsoft.com/office/officeart/2005/8/layout/vList2"/>
    <dgm:cxn modelId="{E62C7CE5-4CBB-486F-992D-8FD6CF029592}" srcId="{0F203702-98E9-4AB4-8CE1-E361F4B50BA0}" destId="{72561C60-8834-41BD-95AA-C59D15739922}" srcOrd="0" destOrd="0" parTransId="{446C4E5D-A091-4B93-A9B0-445139ED43CF}" sibTransId="{E60FCA80-2EC3-4D13-82CF-AC11042C3508}"/>
    <dgm:cxn modelId="{F337A1F1-9B08-45FC-9DA4-CA8BA40A8B83}" type="presOf" srcId="{0F203702-98E9-4AB4-8CE1-E361F4B50BA0}" destId="{E244A11E-1D91-437C-A21A-0350B6D2750D}" srcOrd="0" destOrd="0" presId="urn:microsoft.com/office/officeart/2005/8/layout/vList2"/>
    <dgm:cxn modelId="{10B7E421-7F83-423C-8788-73441977DA58}" type="presParOf" srcId="{E244A11E-1D91-437C-A21A-0350B6D2750D}" destId="{65610998-CEDF-4654-B3E5-265724EDE499}" srcOrd="0" destOrd="0" presId="urn:microsoft.com/office/officeart/2005/8/layout/vList2"/>
    <dgm:cxn modelId="{C15460B4-68BA-4F66-84D0-3C597597B836}" type="presParOf" srcId="{E244A11E-1D91-437C-A21A-0350B6D2750D}" destId="{168B2239-E625-48AF-BC7C-7DC31F88F159}" srcOrd="1" destOrd="0" presId="urn:microsoft.com/office/officeart/2005/8/layout/vList2"/>
    <dgm:cxn modelId="{F9302BDA-A309-4C58-A9BA-DAB8112190BF}" type="presParOf" srcId="{E244A11E-1D91-437C-A21A-0350B6D2750D}" destId="{831DF7E1-9BE3-4565-9778-C5D93FC51069}" srcOrd="2" destOrd="0" presId="urn:microsoft.com/office/officeart/2005/8/layout/vList2"/>
    <dgm:cxn modelId="{6AE8DE54-1105-43DD-81DE-598213EE32D0}" type="presParOf" srcId="{E244A11E-1D91-437C-A21A-0350B6D2750D}" destId="{7B8A0DE2-A517-4C05-96CF-BEA8EB461FAA}" srcOrd="3" destOrd="0" presId="urn:microsoft.com/office/officeart/2005/8/layout/vList2"/>
    <dgm:cxn modelId="{4D6E7741-EC8F-4179-A0F3-D70F1D532865}" type="presParOf" srcId="{E244A11E-1D91-437C-A21A-0350B6D2750D}" destId="{B44E7F95-8760-4511-A6B8-7BC8FCB60702}" srcOrd="4" destOrd="0" presId="urn:microsoft.com/office/officeart/2005/8/layout/vList2"/>
    <dgm:cxn modelId="{1CD1F0E9-D2DE-4D7F-B69D-3A492EA3A19F}" type="presParOf" srcId="{E244A11E-1D91-437C-A21A-0350B6D2750D}" destId="{D09B0293-96EB-467B-B390-41DD644AEE1F}" srcOrd="5" destOrd="0" presId="urn:microsoft.com/office/officeart/2005/8/layout/vList2"/>
    <dgm:cxn modelId="{B5D84983-0F4E-4998-8079-372D596CA98E}" type="presParOf" srcId="{E244A11E-1D91-437C-A21A-0350B6D2750D}" destId="{5781E821-C343-45E4-B382-0D0F10CB5D2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C8791-0B9F-4270-ADDD-D84872D60E0B}">
      <dsp:nvSpPr>
        <dsp:cNvPr id="0" name=""/>
        <dsp:cNvSpPr/>
      </dsp:nvSpPr>
      <dsp:spPr>
        <a:xfrm>
          <a:off x="0" y="12945"/>
          <a:ext cx="5175384" cy="17772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โซลูชัน LINE OA + n8n + ManageEngine ServiceDesk Plus</a:t>
          </a:r>
        </a:p>
      </dsp:txBody>
      <dsp:txXfrm>
        <a:off x="86757" y="99702"/>
        <a:ext cx="5001870" cy="1603716"/>
      </dsp:txXfrm>
    </dsp:sp>
    <dsp:sp modelId="{527D47A4-D5B5-4303-911C-7C7A5861A106}">
      <dsp:nvSpPr>
        <dsp:cNvPr id="0" name=""/>
        <dsp:cNvSpPr/>
      </dsp:nvSpPr>
      <dsp:spPr>
        <a:xfrm>
          <a:off x="0" y="1879455"/>
          <a:ext cx="5175384" cy="177723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เพิ่มประสิทธิภาพการ Support ลูกค้าองค์กรแบบอัตโนมัติ</a:t>
          </a:r>
        </a:p>
      </dsp:txBody>
      <dsp:txXfrm>
        <a:off x="86757" y="1966212"/>
        <a:ext cx="5001870" cy="1603716"/>
      </dsp:txXfrm>
    </dsp:sp>
    <dsp:sp modelId="{3BDE02B3-10D1-40D4-9012-5CCB6D0B176E}">
      <dsp:nvSpPr>
        <dsp:cNvPr id="0" name=""/>
        <dsp:cNvSpPr/>
      </dsp:nvSpPr>
      <dsp:spPr>
        <a:xfrm>
          <a:off x="0" y="3745965"/>
          <a:ext cx="5175384" cy="177723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รองรับ Automation, Integration และ AI Roadmap</a:t>
          </a:r>
        </a:p>
      </dsp:txBody>
      <dsp:txXfrm>
        <a:off x="86757" y="3832722"/>
        <a:ext cx="5001870" cy="16037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AAB360-FE11-4C82-99C4-BDECA0148E52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B73945-3828-4486-A34B-2146762E3327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ผู้ใช้ติดต่อ IT ผ่านหลายช่องทาง (LINE / Email / Phone)</a:t>
          </a:r>
        </a:p>
      </dsp:txBody>
      <dsp:txXfrm>
        <a:off x="0" y="0"/>
        <a:ext cx="5175384" cy="1384035"/>
      </dsp:txXfrm>
    </dsp:sp>
    <dsp:sp modelId="{3683EB7D-78CD-4693-9223-159DA5D56065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E8C19-6F96-4A41-A179-568E08F58569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ติดตามสถานะ Ticket ลำบาก</a:t>
          </a:r>
        </a:p>
      </dsp:txBody>
      <dsp:txXfrm>
        <a:off x="0" y="1384035"/>
        <a:ext cx="5175384" cy="1384035"/>
      </dsp:txXfrm>
    </dsp:sp>
    <dsp:sp modelId="{5F33D005-A692-4F48-AE39-E1177432C712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E5A308-2845-463D-B395-9E99989F3ED3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งานซ้ำซ้อนของ Service Desk</a:t>
          </a:r>
        </a:p>
      </dsp:txBody>
      <dsp:txXfrm>
        <a:off x="0" y="2768070"/>
        <a:ext cx="5175384" cy="1384035"/>
      </dsp:txXfrm>
    </dsp:sp>
    <dsp:sp modelId="{21C70E97-33FF-4CA2-A2F3-9CEB84B3E77C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0100F-0F06-4F9E-96BE-9A188742FDD8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ต้องการ AI / Self-Service</a:t>
          </a:r>
        </a:p>
      </dsp:txBody>
      <dsp:txXfrm>
        <a:off x="0" y="4152105"/>
        <a:ext cx="5175384" cy="13840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274759-4E75-4183-9EAB-0B15FDF4D86F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C537A5-8EBE-47D1-8A56-47223CB8A8F9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LINE Official Account เป็น Frontend</a:t>
          </a:r>
        </a:p>
      </dsp:txBody>
      <dsp:txXfrm>
        <a:off x="0" y="0"/>
        <a:ext cx="5175384" cy="1384035"/>
      </dsp:txXfrm>
    </dsp:sp>
    <dsp:sp modelId="{ABAED8B9-50B9-46B6-82BC-5DCFF3DAC3E8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B9EEF5-D557-45E7-909A-1ACF04B8FE98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n8n เป็น Automation &amp; Integration Layer</a:t>
          </a:r>
        </a:p>
      </dsp:txBody>
      <dsp:txXfrm>
        <a:off x="0" y="1384035"/>
        <a:ext cx="5175384" cy="1384035"/>
      </dsp:txXfrm>
    </dsp:sp>
    <dsp:sp modelId="{FB13F52E-C85C-4257-AD7E-5E328403C596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DFFE78-40A8-41BB-BE5C-96193AB4A18B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ServiceDesk Plus เป็น Ticket &amp; KB Backend</a:t>
          </a:r>
        </a:p>
      </dsp:txBody>
      <dsp:txXfrm>
        <a:off x="0" y="2768070"/>
        <a:ext cx="5175384" cy="1384035"/>
      </dsp:txXfrm>
    </dsp:sp>
    <dsp:sp modelId="{9FEBCDF5-3FB3-4434-A098-489F4FB7FB15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0CCB59-D973-4536-98EC-EFFFBF6418F2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t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รองรับ DMZ / Internal Security Design</a:t>
          </a:r>
        </a:p>
      </dsp:txBody>
      <dsp:txXfrm>
        <a:off x="0" y="4152105"/>
        <a:ext cx="5175384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1C9762-1DC3-43C4-AD21-302E862B77FA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2B8F3-BE2A-43D1-9722-A4B389F26372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Auto Reply &amp; Intent Detection</a:t>
          </a:r>
        </a:p>
      </dsp:txBody>
      <dsp:txXfrm>
        <a:off x="0" y="675"/>
        <a:ext cx="5175384" cy="1106957"/>
      </dsp:txXfrm>
    </dsp:sp>
    <dsp:sp modelId="{F106CD18-6942-4DC6-BC1D-5E8100966B47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8EED1-D637-4EB7-BAC8-D509ABC448D2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Quick Menu / Rich Menu Shortcuts</a:t>
          </a:r>
        </a:p>
      </dsp:txBody>
      <dsp:txXfrm>
        <a:off x="0" y="1107633"/>
        <a:ext cx="5175384" cy="1106957"/>
      </dsp:txXfrm>
    </dsp:sp>
    <dsp:sp modelId="{B3FFEA6B-B222-4230-84B3-41DC1F081758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607A5-FF27-41B2-A668-08834CDDF7A3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Create / Follow-up Ticket</a:t>
          </a:r>
        </a:p>
      </dsp:txBody>
      <dsp:txXfrm>
        <a:off x="0" y="2214591"/>
        <a:ext cx="5175384" cy="1106957"/>
      </dsp:txXfrm>
    </dsp:sp>
    <dsp:sp modelId="{D5C060A7-BEEA-4F50-8D59-70154DDE0912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AEE276-BEBC-4D8E-9448-E0AD427A7497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Check Ticket Status</a:t>
          </a:r>
        </a:p>
      </dsp:txBody>
      <dsp:txXfrm>
        <a:off x="0" y="3321549"/>
        <a:ext cx="5175384" cy="1106957"/>
      </dsp:txXfrm>
    </dsp:sp>
    <dsp:sp modelId="{0904847F-EC0E-4126-8DBD-70321393A0FF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912FD2-3583-4388-BC32-8603E1AF273D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Search Solution / KB</a:t>
          </a:r>
        </a:p>
      </dsp:txBody>
      <dsp:txXfrm>
        <a:off x="0" y="4428507"/>
        <a:ext cx="5175384" cy="110695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B7FEFD-F226-41B0-9C39-5718F91856DF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40512-A1D4-48D7-8EEF-3C7F7AC0B780}">
      <dsp:nvSpPr>
        <dsp:cNvPr id="0" name=""/>
        <dsp:cNvSpPr/>
      </dsp:nvSpPr>
      <dsp:spPr>
        <a:xfrm>
          <a:off x="0" y="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Option 1: Self-host n8n (On-Prem / VM / Cloud VM)</a:t>
          </a:r>
        </a:p>
      </dsp:txBody>
      <dsp:txXfrm>
        <a:off x="0" y="0"/>
        <a:ext cx="5175384" cy="2768070"/>
      </dsp:txXfrm>
    </dsp:sp>
    <dsp:sp modelId="{D56B4C5E-83A0-47DE-BFA5-3CD4BFB9188B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94AB5-E485-4D71-8BDF-B1EFD100807A}">
      <dsp:nvSpPr>
        <dsp:cNvPr id="0" name=""/>
        <dsp:cNvSpPr/>
      </dsp:nvSpPr>
      <dsp:spPr>
        <a:xfrm>
          <a:off x="0" y="2768070"/>
          <a:ext cx="5175384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90" tIns="186690" rIns="186690" bIns="186690" numCol="1" spcCol="1270" anchor="t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 dirty="0"/>
            <a:t>Option 2: n8n Cloud (Subscription)</a:t>
          </a:r>
        </a:p>
      </dsp:txBody>
      <dsp:txXfrm>
        <a:off x="0" y="2768070"/>
        <a:ext cx="5175384" cy="27680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42192-09F5-4296-BE33-6FECC04370B9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427D2-E79C-448D-9C88-A63BE1D4BB78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n8n Software: ฟรี (Open Source)</a:t>
          </a:r>
        </a:p>
      </dsp:txBody>
      <dsp:txXfrm>
        <a:off x="0" y="675"/>
        <a:ext cx="5175384" cy="1106957"/>
      </dsp:txXfrm>
    </dsp:sp>
    <dsp:sp modelId="{DEC9D415-7611-4B98-8946-1177F5F5EFA5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8E80E6-DA39-46D3-AB68-CAF13C4EF4B0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Server VM: 8 vCPU / 16–32 GB RAM / 100 GB SSD</a:t>
          </a:r>
        </a:p>
      </dsp:txBody>
      <dsp:txXfrm>
        <a:off x="0" y="1107633"/>
        <a:ext cx="5175384" cy="1106957"/>
      </dsp:txXfrm>
    </dsp:sp>
    <dsp:sp modelId="{B12B0F43-13C0-4C97-8299-1337399FC8EA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BCD498-694D-4E55-8475-6C11E9746604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OS + Maintenance</a:t>
          </a:r>
        </a:p>
      </dsp:txBody>
      <dsp:txXfrm>
        <a:off x="0" y="2214591"/>
        <a:ext cx="5175384" cy="1106957"/>
      </dsp:txXfrm>
    </dsp:sp>
    <dsp:sp modelId="{52097097-79C0-4E18-BF08-CD3FC71DD6BF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B931C-2C99-474C-98AD-EAD49763CD20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SSL Certificate (ถ้ามี)</a:t>
          </a:r>
        </a:p>
      </dsp:txBody>
      <dsp:txXfrm>
        <a:off x="0" y="3321549"/>
        <a:ext cx="5175384" cy="1106957"/>
      </dsp:txXfrm>
    </dsp:sp>
    <dsp:sp modelId="{467247ED-76E6-4503-9495-9CC0FB132100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40E12-3200-4D9E-AB00-60ABA9312BA7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Implementation &amp; Integration Service</a:t>
          </a:r>
        </a:p>
      </dsp:txBody>
      <dsp:txXfrm>
        <a:off x="0" y="4428507"/>
        <a:ext cx="5175384" cy="110695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2CD5AE-EEDD-4B68-BEAD-A4B53BCB0839}">
      <dsp:nvSpPr>
        <dsp:cNvPr id="0" name=""/>
        <dsp:cNvSpPr/>
      </dsp:nvSpPr>
      <dsp:spPr>
        <a:xfrm>
          <a:off x="631" y="1166557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Server (Cloud/On-Prem): ~3,000 – 6,000 THB / month</a:t>
          </a:r>
        </a:p>
      </dsp:txBody>
      <dsp:txXfrm>
        <a:off x="631" y="1166557"/>
        <a:ext cx="2463866" cy="1478320"/>
      </dsp:txXfrm>
    </dsp:sp>
    <dsp:sp modelId="{8FE9E7B5-B556-418E-A408-B5E55B5EB403}">
      <dsp:nvSpPr>
        <dsp:cNvPr id="0" name=""/>
        <dsp:cNvSpPr/>
      </dsp:nvSpPr>
      <dsp:spPr>
        <a:xfrm>
          <a:off x="2710885" y="1166557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SSL Certificate: 0 – 2,000 THB / year</a:t>
          </a:r>
        </a:p>
      </dsp:txBody>
      <dsp:txXfrm>
        <a:off x="2710885" y="1166557"/>
        <a:ext cx="2463866" cy="1478320"/>
      </dsp:txXfrm>
    </dsp:sp>
    <dsp:sp modelId="{756EFBCA-970E-430F-8F29-4ECB563B4ADC}">
      <dsp:nvSpPr>
        <dsp:cNvPr id="0" name=""/>
        <dsp:cNvSpPr/>
      </dsp:nvSpPr>
      <dsp:spPr>
        <a:xfrm>
          <a:off x="631" y="2891263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Implementation Service: 80,000 – 150,000 THB (One-time)</a:t>
          </a:r>
        </a:p>
      </dsp:txBody>
      <dsp:txXfrm>
        <a:off x="631" y="2891263"/>
        <a:ext cx="2463866" cy="1478320"/>
      </dsp:txXfrm>
    </dsp:sp>
    <dsp:sp modelId="{7DE2251B-EDE1-4FCE-B602-A3BCC349026C}">
      <dsp:nvSpPr>
        <dsp:cNvPr id="0" name=""/>
        <dsp:cNvSpPr/>
      </dsp:nvSpPr>
      <dsp:spPr>
        <a:xfrm>
          <a:off x="2710885" y="2891263"/>
          <a:ext cx="2463866" cy="147832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Maintenance Support: 15–20% / year (Optional)</a:t>
          </a:r>
        </a:p>
      </dsp:txBody>
      <dsp:txXfrm>
        <a:off x="2710885" y="2891263"/>
        <a:ext cx="2463866" cy="147832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CEC43-2218-403E-8AFC-17B615262937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6F96AD-5483-4ED1-B9CE-345F9B01549F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n8n Cloud Starter/Pro/Enterprise</a:t>
          </a:r>
        </a:p>
      </dsp:txBody>
      <dsp:txXfrm>
        <a:off x="0" y="0"/>
        <a:ext cx="5175384" cy="1384035"/>
      </dsp:txXfrm>
    </dsp:sp>
    <dsp:sp modelId="{9ED132CD-A6AE-42BC-9E58-F46F45D772FF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FD5EDD-42C4-49D4-AA76-E231D8A65C47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 server maintenance</a:t>
          </a:r>
        </a:p>
      </dsp:txBody>
      <dsp:txXfrm>
        <a:off x="0" y="1384035"/>
        <a:ext cx="5175384" cy="1384035"/>
      </dsp:txXfrm>
    </dsp:sp>
    <dsp:sp modelId="{7CE1C5A3-3740-4EF2-BDA8-E7E68CEE3005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226513-45E1-4994-9CCA-3D1480579AB5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High Availability built-in</a:t>
          </a:r>
        </a:p>
      </dsp:txBody>
      <dsp:txXfrm>
        <a:off x="0" y="2768070"/>
        <a:ext cx="5175384" cy="1384035"/>
      </dsp:txXfrm>
    </dsp:sp>
    <dsp:sp modelId="{048610BF-E976-440A-8C16-34BB1BBB187F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60039-8B80-4837-A541-4F7479E6B627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Higher recurring cost</a:t>
          </a:r>
        </a:p>
      </dsp:txBody>
      <dsp:txXfrm>
        <a:off x="0" y="4152105"/>
        <a:ext cx="5175384" cy="138403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3783A-6E3E-4EBF-A70A-6D3796E2CDFE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5AAD4A-FC15-4D37-84F9-7D66D64EBB1E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Starter: ~20 EUR / month</a:t>
          </a:r>
        </a:p>
      </dsp:txBody>
      <dsp:txXfrm>
        <a:off x="0" y="0"/>
        <a:ext cx="5175384" cy="1384035"/>
      </dsp:txXfrm>
    </dsp:sp>
    <dsp:sp modelId="{5B9E672A-E19F-470C-8441-142EC9F05885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86DF72-8CAC-4CF0-9796-8B7B9AAA511C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Pro: ~50–100 EUR / month</a:t>
          </a:r>
        </a:p>
      </dsp:txBody>
      <dsp:txXfrm>
        <a:off x="0" y="1384035"/>
        <a:ext cx="5175384" cy="1384035"/>
      </dsp:txXfrm>
    </dsp:sp>
    <dsp:sp modelId="{A866731B-1B01-45D4-860F-2435AC07481F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78BEF-EEA6-4E63-A9FD-B8114C49C967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Enterprise: Custom Pricing</a:t>
          </a:r>
        </a:p>
      </dsp:txBody>
      <dsp:txXfrm>
        <a:off x="0" y="2768070"/>
        <a:ext cx="5175384" cy="1384035"/>
      </dsp:txXfrm>
    </dsp:sp>
    <dsp:sp modelId="{9FC8B04A-B081-42FE-AE88-087CF6BB8CC8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175C8-6CBA-48C2-AB61-75CAF065D5FC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Implementation Service: </a:t>
          </a:r>
          <a:endParaRPr lang="th-TH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60,000 – 120,000 THB (One-time)</a:t>
          </a:r>
        </a:p>
      </dsp:txBody>
      <dsp:txXfrm>
        <a:off x="0" y="4152105"/>
        <a:ext cx="5175384" cy="138403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4D1DD3-4960-4285-A5B9-75A57F3D10FF}">
      <dsp:nvSpPr>
        <dsp:cNvPr id="0" name=""/>
        <dsp:cNvSpPr/>
      </dsp:nvSpPr>
      <dsp:spPr>
        <a:xfrm>
          <a:off x="0" y="0"/>
          <a:ext cx="588544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94C37-A702-4F18-8E33-29B900E2A0B1}">
      <dsp:nvSpPr>
        <dsp:cNvPr id="0" name=""/>
        <dsp:cNvSpPr/>
      </dsp:nvSpPr>
      <dsp:spPr>
        <a:xfrm>
          <a:off x="0" y="0"/>
          <a:ext cx="588544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REST API (User / Request / KB)</a:t>
          </a:r>
        </a:p>
      </dsp:txBody>
      <dsp:txXfrm>
        <a:off x="0" y="0"/>
        <a:ext cx="5885442" cy="1384035"/>
      </dsp:txXfrm>
    </dsp:sp>
    <dsp:sp modelId="{F5D99CCB-76E0-4133-BD47-5BE820E8261E}">
      <dsp:nvSpPr>
        <dsp:cNvPr id="0" name=""/>
        <dsp:cNvSpPr/>
      </dsp:nvSpPr>
      <dsp:spPr>
        <a:xfrm>
          <a:off x="0" y="1384035"/>
          <a:ext cx="5885442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99CA-7014-4ABD-B7EA-3051B59D5C70}">
      <dsp:nvSpPr>
        <dsp:cNvPr id="0" name=""/>
        <dsp:cNvSpPr/>
      </dsp:nvSpPr>
      <dsp:spPr>
        <a:xfrm>
          <a:off x="0" y="1384035"/>
          <a:ext cx="588544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UDF Mapping (LINE User ID)</a:t>
          </a:r>
        </a:p>
      </dsp:txBody>
      <dsp:txXfrm>
        <a:off x="0" y="1384035"/>
        <a:ext cx="5885442" cy="1384035"/>
      </dsp:txXfrm>
    </dsp:sp>
    <dsp:sp modelId="{33C997B4-4AF5-482B-9175-9F0FE90A496B}">
      <dsp:nvSpPr>
        <dsp:cNvPr id="0" name=""/>
        <dsp:cNvSpPr/>
      </dsp:nvSpPr>
      <dsp:spPr>
        <a:xfrm>
          <a:off x="0" y="2768070"/>
          <a:ext cx="5885442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2AA68F-5FE2-4D40-8153-1B4024B161AC}">
      <dsp:nvSpPr>
        <dsp:cNvPr id="0" name=""/>
        <dsp:cNvSpPr/>
      </dsp:nvSpPr>
      <dsp:spPr>
        <a:xfrm>
          <a:off x="0" y="2768070"/>
          <a:ext cx="588544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Ticket Status &amp; Resolution</a:t>
          </a:r>
        </a:p>
      </dsp:txBody>
      <dsp:txXfrm>
        <a:off x="0" y="2768070"/>
        <a:ext cx="5885442" cy="1384035"/>
      </dsp:txXfrm>
    </dsp:sp>
    <dsp:sp modelId="{91A8C148-10CC-40E2-8A80-E0FE3F27E98E}">
      <dsp:nvSpPr>
        <dsp:cNvPr id="0" name=""/>
        <dsp:cNvSpPr/>
      </dsp:nvSpPr>
      <dsp:spPr>
        <a:xfrm>
          <a:off x="0" y="4152105"/>
          <a:ext cx="5885442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92F65-FD8A-436A-AC18-62FDE34EAE83}">
      <dsp:nvSpPr>
        <dsp:cNvPr id="0" name=""/>
        <dsp:cNvSpPr/>
      </dsp:nvSpPr>
      <dsp:spPr>
        <a:xfrm>
          <a:off x="0" y="4152105"/>
          <a:ext cx="588544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Future AI Enhancement</a:t>
          </a:r>
        </a:p>
      </dsp:txBody>
      <dsp:txXfrm>
        <a:off x="0" y="4152105"/>
        <a:ext cx="5885442" cy="138403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02969-AA96-41F1-A7F5-60F3A39B4031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C3C92-3ACB-4F6B-B7EF-20FAD82A9FAD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LINE Webhook → DMZ (n8n)</a:t>
          </a:r>
        </a:p>
      </dsp:txBody>
      <dsp:txXfrm>
        <a:off x="0" y="0"/>
        <a:ext cx="5175384" cy="1384035"/>
      </dsp:txXfrm>
    </dsp:sp>
    <dsp:sp modelId="{CBAA395E-E305-4C70-B770-1F1ADAE78CA2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9F56CA-9CE3-42CD-99C2-AF0D6DAEA117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Firewall + HTTPS</a:t>
          </a:r>
        </a:p>
      </dsp:txBody>
      <dsp:txXfrm>
        <a:off x="0" y="1384035"/>
        <a:ext cx="5175384" cy="1384035"/>
      </dsp:txXfrm>
    </dsp:sp>
    <dsp:sp modelId="{ED82E290-B27A-49F3-8001-F47C9105D10E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8752D-CDA4-44D7-A236-1783E0272E3C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n8n → Internal SDP API</a:t>
          </a:r>
        </a:p>
      </dsp:txBody>
      <dsp:txXfrm>
        <a:off x="0" y="2768070"/>
        <a:ext cx="5175384" cy="1384035"/>
      </dsp:txXfrm>
    </dsp:sp>
    <dsp:sp modelId="{ADB34D61-9A54-4FB9-8834-3D8B03EE4FD2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A5707-2C86-40A6-B030-D80BDFD0E31B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No direct Internet access to SDP</a:t>
          </a:r>
        </a:p>
      </dsp:txBody>
      <dsp:txXfrm>
        <a:off x="0" y="4152105"/>
        <a:ext cx="5175384" cy="138403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DE95B5-5C70-4C1B-A4ED-D5EA673B2EC7}">
      <dsp:nvSpPr>
        <dsp:cNvPr id="0" name=""/>
        <dsp:cNvSpPr/>
      </dsp:nvSpPr>
      <dsp:spPr>
        <a:xfrm>
          <a:off x="0" y="4540835"/>
          <a:ext cx="1293846" cy="99342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92024" rIns="92018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Phase 3</a:t>
          </a:r>
        </a:p>
      </dsp:txBody>
      <dsp:txXfrm>
        <a:off x="0" y="4540835"/>
        <a:ext cx="1293846" cy="993423"/>
      </dsp:txXfrm>
    </dsp:sp>
    <dsp:sp modelId="{498F9823-7C1A-488F-BE6F-A1494DB0D9C5}">
      <dsp:nvSpPr>
        <dsp:cNvPr id="0" name=""/>
        <dsp:cNvSpPr/>
      </dsp:nvSpPr>
      <dsp:spPr>
        <a:xfrm>
          <a:off x="1293846" y="4540835"/>
          <a:ext cx="3881538" cy="99342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54000" rIns="7873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 Ticket Triage &amp; Recommendation</a:t>
          </a:r>
        </a:p>
      </dsp:txBody>
      <dsp:txXfrm>
        <a:off x="1293846" y="4540835"/>
        <a:ext cx="3881538" cy="993423"/>
      </dsp:txXfrm>
    </dsp:sp>
    <dsp:sp modelId="{DA06AAD6-CB2C-4BC6-9628-D238391A716E}">
      <dsp:nvSpPr>
        <dsp:cNvPr id="0" name=""/>
        <dsp:cNvSpPr/>
      </dsp:nvSpPr>
      <dsp:spPr>
        <a:xfrm rot="10800000">
          <a:off x="0" y="3027850"/>
          <a:ext cx="1293846" cy="152788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92024" rIns="92018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Phase 3</a:t>
          </a:r>
        </a:p>
      </dsp:txBody>
      <dsp:txXfrm rot="-10800000">
        <a:off x="0" y="3027850"/>
        <a:ext cx="1293846" cy="993125"/>
      </dsp:txXfrm>
    </dsp:sp>
    <dsp:sp modelId="{BCA4B80C-EBD3-461F-A136-87D98B839B55}">
      <dsp:nvSpPr>
        <dsp:cNvPr id="0" name=""/>
        <dsp:cNvSpPr/>
      </dsp:nvSpPr>
      <dsp:spPr>
        <a:xfrm>
          <a:off x="1293846" y="3027850"/>
          <a:ext cx="3881538" cy="993125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54000" rIns="7873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RAG with SDP Knowledge Base</a:t>
          </a:r>
        </a:p>
      </dsp:txBody>
      <dsp:txXfrm>
        <a:off x="1293846" y="3027850"/>
        <a:ext cx="3881538" cy="993125"/>
      </dsp:txXfrm>
    </dsp:sp>
    <dsp:sp modelId="{36CFFF8A-AD27-4950-A343-B0D76BC71FB7}">
      <dsp:nvSpPr>
        <dsp:cNvPr id="0" name=""/>
        <dsp:cNvSpPr/>
      </dsp:nvSpPr>
      <dsp:spPr>
        <a:xfrm rot="10800000">
          <a:off x="0" y="1514866"/>
          <a:ext cx="1293846" cy="152788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92024" rIns="92018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Phase 2</a:t>
          </a:r>
        </a:p>
      </dsp:txBody>
      <dsp:txXfrm rot="-10800000">
        <a:off x="0" y="1514866"/>
        <a:ext cx="1293846" cy="993125"/>
      </dsp:txXfrm>
    </dsp:sp>
    <dsp:sp modelId="{5EEEDE48-737A-45FC-9E82-2D26ACBAEAB5}">
      <dsp:nvSpPr>
        <dsp:cNvPr id="0" name=""/>
        <dsp:cNvSpPr/>
      </dsp:nvSpPr>
      <dsp:spPr>
        <a:xfrm>
          <a:off x="1293846" y="1514866"/>
          <a:ext cx="3881538" cy="993125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54000" rIns="7873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 Auto-Reply</a:t>
          </a:r>
        </a:p>
      </dsp:txBody>
      <dsp:txXfrm>
        <a:off x="1293846" y="1514866"/>
        <a:ext cx="3881538" cy="993125"/>
      </dsp:txXfrm>
    </dsp:sp>
    <dsp:sp modelId="{96CC2919-76BF-4727-99D8-019540B061EB}">
      <dsp:nvSpPr>
        <dsp:cNvPr id="0" name=""/>
        <dsp:cNvSpPr/>
      </dsp:nvSpPr>
      <dsp:spPr>
        <a:xfrm rot="10800000">
          <a:off x="0" y="1882"/>
          <a:ext cx="1293846" cy="1527885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8" tIns="192024" rIns="92018" bIns="192024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Phase 2</a:t>
          </a:r>
        </a:p>
      </dsp:txBody>
      <dsp:txXfrm rot="-10800000">
        <a:off x="0" y="1882"/>
        <a:ext cx="1293846" cy="993125"/>
      </dsp:txXfrm>
    </dsp:sp>
    <dsp:sp modelId="{B2A88A31-9267-4CEF-9EB4-5DA4816E379E}">
      <dsp:nvSpPr>
        <dsp:cNvPr id="0" name=""/>
        <dsp:cNvSpPr/>
      </dsp:nvSpPr>
      <dsp:spPr>
        <a:xfrm>
          <a:off x="1293846" y="1882"/>
          <a:ext cx="3881538" cy="993125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736" tIns="254000" rIns="78736" bIns="2540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ChatGPT Intent Classification</a:t>
          </a:r>
        </a:p>
      </dsp:txBody>
      <dsp:txXfrm>
        <a:off x="1293846" y="1882"/>
        <a:ext cx="3881538" cy="99312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CC98C6-4BDE-4A03-945D-1BC9DFA2ECEA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2607D-2A12-4055-ABC5-1C00670FD6F8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ลดภาระ Service Desk</a:t>
          </a:r>
        </a:p>
      </dsp:txBody>
      <dsp:txXfrm>
        <a:off x="0" y="0"/>
        <a:ext cx="5175384" cy="1384035"/>
      </dsp:txXfrm>
    </dsp:sp>
    <dsp:sp modelId="{EDFA8DD1-14CB-403A-9B5C-70C2048E4590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C33D3-3C92-4F37-BC7E-848758D4D05A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เพิ่มความพึงพอใจผู้ใช้</a:t>
          </a:r>
        </a:p>
      </dsp:txBody>
      <dsp:txXfrm>
        <a:off x="0" y="1384035"/>
        <a:ext cx="5175384" cy="1384035"/>
      </dsp:txXfrm>
    </dsp:sp>
    <dsp:sp modelId="{936812CC-1B8C-45D1-9549-CE9E0E518C52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82164-0B7D-4315-B5AB-5C0641DBBADA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รองรับ AI &amp; Automation ในอนาคต</a:t>
          </a:r>
        </a:p>
      </dsp:txBody>
      <dsp:txXfrm>
        <a:off x="0" y="2768070"/>
        <a:ext cx="5175384" cy="1384035"/>
      </dsp:txXfrm>
    </dsp:sp>
    <dsp:sp modelId="{72CB7B64-1381-451D-91D8-1EC9FDE39C90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170200-D2E0-4586-B47C-2EBAD7945A23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Scalable &amp; Secure Architecture</a:t>
          </a:r>
        </a:p>
      </dsp:txBody>
      <dsp:txXfrm>
        <a:off x="0" y="4152105"/>
        <a:ext cx="5175384" cy="1384035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610998-CEDF-4654-B3E5-265724EDE499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Confirm Deployment Option</a:t>
          </a:r>
        </a:p>
      </dsp:txBody>
      <dsp:txXfrm>
        <a:off x="64083" y="64113"/>
        <a:ext cx="5047218" cy="1184574"/>
      </dsp:txXfrm>
    </dsp:sp>
    <dsp:sp modelId="{831DF7E1-9BE3-4565-9778-C5D93FC51069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Approve Budget</a:t>
          </a:r>
        </a:p>
      </dsp:txBody>
      <dsp:txXfrm>
        <a:off x="64083" y="1471893"/>
        <a:ext cx="5047218" cy="1184574"/>
      </dsp:txXfrm>
    </dsp:sp>
    <dsp:sp modelId="{B44E7F95-8760-4511-A6B8-7BC8FCB60702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Implementation Timeline (4–6 Weeks)</a:t>
          </a:r>
        </a:p>
      </dsp:txBody>
      <dsp:txXfrm>
        <a:off x="64083" y="2879673"/>
        <a:ext cx="5047218" cy="1184574"/>
      </dsp:txXfrm>
    </dsp:sp>
    <dsp:sp modelId="{5781E821-C343-45E4-B382-0D0F10CB5D2A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Pilot &amp; Go-Live</a:t>
          </a:r>
        </a:p>
      </dsp:txBody>
      <dsp:txXfrm>
        <a:off x="64083" y="4287453"/>
        <a:ext cx="5047218" cy="1184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Executive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EC45D9-243C-D3D9-F490-E6B72F2F4A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304537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Business Pain Points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6D6355A-6939-B26F-014A-A300325EFA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4640408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Solution Architecture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8D2CE8-0D6D-87E1-6F59-3FEBFD0B3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75428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Key Capabilities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CE58496-E542-EEBF-9B05-A0A2B19C7A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869419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n8n Deployment Options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EE6132-282F-F4C9-06D5-B537BB4E8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23455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Cost Estimate – Option 1: Self-Hosted n8n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16B8BE-F32B-E903-C161-98E516C7FB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9635167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Estimated Cost (Self-Hosted)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CE2C30-392D-98E7-ED44-2BEB95F520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98143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Cost Estimate – Option 2: n8n Cloud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9FAB4B-7B61-9CE8-FEA9-3FDB81D24A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002395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300"/>
              <a:t>Estimated Cost (n8n Cloud)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F72B51-6979-0356-425D-922100F3C8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66189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Cost: LINE Official Account (Thailand)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 err="1"/>
              <a:t>แพ็กเกจรายเดือน</a:t>
            </a:r>
            <a:r>
              <a:rPr dirty="0"/>
              <a:t> + </a:t>
            </a:r>
            <a:r>
              <a:rPr dirty="0" err="1"/>
              <a:t>ค่าเสริมที่พบบ่อย</a:t>
            </a:r>
            <a:r>
              <a:rPr dirty="0"/>
              <a:t> (</a:t>
            </a:r>
            <a:r>
              <a:rPr dirty="0" err="1"/>
              <a:t>อ้างอิงราคา</a:t>
            </a:r>
            <a:r>
              <a:rPr dirty="0"/>
              <a:t>/</a:t>
            </a:r>
            <a:r>
              <a:rPr dirty="0" err="1"/>
              <a:t>โควตาจาก</a:t>
            </a:r>
            <a:r>
              <a:rPr dirty="0"/>
              <a:t> LINE for Business)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6190242"/>
              </p:ext>
            </p:extLst>
          </p:nvPr>
        </p:nvGraphicFramePr>
        <p:xfrm>
          <a:off x="365760" y="1773135"/>
          <a:ext cx="8412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5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3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9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9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8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Fee (THB/month)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 dirty="0"/>
                        <a:t>Included messages/month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Extra messages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เหมาะทดลอง/POC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0.10 บาท/ข้อความ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เหมาะใช้งานจริงระดับทีม/องค์กร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t>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 บาท/ข้อความ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 err="1"/>
                        <a:t>เหมาะงานปริมาณสูง</a:t>
                      </a:r>
                      <a:r>
                        <a:rPr dirty="0"/>
                        <a:t>/</a:t>
                      </a:r>
                      <a:r>
                        <a:rPr dirty="0" err="1"/>
                        <a:t>หลายสาขา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6205" y="4168918"/>
            <a:ext cx="802059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rPr sz="1600" dirty="0" err="1"/>
              <a:t>ค่าใช้จ่ายเสริม</a:t>
            </a:r>
            <a:r>
              <a:rPr sz="1600" dirty="0"/>
              <a:t> (Optional)</a:t>
            </a:r>
          </a:p>
          <a:p>
            <a:pPr>
              <a:defRPr sz="1300"/>
            </a:pPr>
            <a:r>
              <a:rPr sz="1600" dirty="0"/>
              <a:t>• Premium ID (LINE OA): 444 </a:t>
            </a:r>
            <a:r>
              <a:rPr sz="1600" dirty="0" err="1"/>
              <a:t>บาท</a:t>
            </a:r>
            <a:r>
              <a:rPr sz="1600" dirty="0"/>
              <a:t>/</a:t>
            </a:r>
            <a:r>
              <a:rPr sz="1600" dirty="0" err="1"/>
              <a:t>ปี</a:t>
            </a:r>
            <a:r>
              <a:rPr sz="1600" dirty="0"/>
              <a:t> (Web/Android) </a:t>
            </a:r>
            <a:r>
              <a:rPr sz="1600" dirty="0" err="1"/>
              <a:t>หรือ</a:t>
            </a:r>
            <a:r>
              <a:rPr sz="1600" dirty="0"/>
              <a:t> 459 </a:t>
            </a:r>
            <a:r>
              <a:rPr sz="1600" dirty="0" err="1"/>
              <a:t>บาท</a:t>
            </a:r>
            <a:r>
              <a:rPr sz="1600" dirty="0"/>
              <a:t>/</a:t>
            </a:r>
            <a:r>
              <a:rPr sz="1600" dirty="0" err="1"/>
              <a:t>ปี</a:t>
            </a:r>
            <a:r>
              <a:rPr sz="1600" dirty="0"/>
              <a:t> (iOS)</a:t>
            </a:r>
          </a:p>
          <a:p>
            <a:pPr>
              <a:defRPr sz="1300"/>
            </a:pPr>
            <a:r>
              <a:rPr sz="1600" dirty="0"/>
              <a:t>• </a:t>
            </a:r>
            <a:r>
              <a:rPr sz="1600" dirty="0" err="1"/>
              <a:t>บัญชีรับรอง</a:t>
            </a:r>
            <a:r>
              <a:rPr sz="1600" dirty="0"/>
              <a:t> (Verified): 888 </a:t>
            </a:r>
            <a:r>
              <a:rPr sz="1600" dirty="0" err="1"/>
              <a:t>บาท</a:t>
            </a:r>
            <a:r>
              <a:rPr sz="1600" dirty="0"/>
              <a:t> (</a:t>
            </a:r>
            <a:r>
              <a:rPr sz="1600" dirty="0" err="1"/>
              <a:t>ค่าธรรมเนียมยืนยันตัวตน</a:t>
            </a:r>
            <a:r>
              <a:rPr sz="1600" dirty="0"/>
              <a:t>/</a:t>
            </a:r>
            <a:r>
              <a:rPr sz="1600" dirty="0" err="1"/>
              <a:t>เอกสาร</a:t>
            </a:r>
            <a:r>
              <a:rPr sz="1600" dirty="0"/>
              <a:t>)</a:t>
            </a:r>
          </a:p>
          <a:p>
            <a:pPr>
              <a:defRPr sz="1300"/>
            </a:pPr>
            <a:r>
              <a:rPr sz="1600" dirty="0"/>
              <a:t>• </a:t>
            </a:r>
            <a:r>
              <a:rPr sz="1600" dirty="0" err="1"/>
              <a:t>หมายเหตุ</a:t>
            </a:r>
            <a:r>
              <a:rPr sz="1600" dirty="0"/>
              <a:t>: </a:t>
            </a:r>
            <a:r>
              <a:rPr sz="1600" dirty="0" err="1"/>
              <a:t>ราคา</a:t>
            </a:r>
            <a:r>
              <a:rPr sz="1600" dirty="0"/>
              <a:t>/</a:t>
            </a:r>
            <a:r>
              <a:rPr sz="1600" dirty="0" err="1"/>
              <a:t>โควตาอาจมี</a:t>
            </a:r>
            <a:r>
              <a:rPr sz="1600" dirty="0"/>
              <a:t> VAT </a:t>
            </a:r>
            <a:r>
              <a:rPr sz="1600" dirty="0" err="1"/>
              <a:t>และเปลี่ยนแปลงได้ตามประกาศของ</a:t>
            </a:r>
            <a:r>
              <a:rPr sz="1600" dirty="0"/>
              <a:t> LINE</a:t>
            </a:r>
          </a:p>
          <a:p>
            <a:pPr>
              <a:defRPr sz="1300"/>
            </a:pPr>
            <a:r>
              <a:rPr sz="1600" dirty="0"/>
              <a:t>• </a:t>
            </a:r>
            <a:r>
              <a:rPr sz="1600" dirty="0" err="1"/>
              <a:t>การนับ</a:t>
            </a:r>
            <a:r>
              <a:rPr sz="1600" dirty="0"/>
              <a:t> “</a:t>
            </a:r>
            <a:r>
              <a:rPr sz="1600" dirty="0" err="1"/>
              <a:t>ข้อความ</a:t>
            </a:r>
            <a:r>
              <a:rPr sz="1600" dirty="0"/>
              <a:t>” </a:t>
            </a:r>
            <a:r>
              <a:rPr sz="1600" dirty="0" err="1"/>
              <a:t>เป็นจำนวนข้อความที่</a:t>
            </a:r>
            <a:r>
              <a:rPr sz="1600" dirty="0"/>
              <a:t> OA </a:t>
            </a:r>
            <a:r>
              <a:rPr sz="1600" dirty="0" err="1"/>
              <a:t>ส่งออก</a:t>
            </a:r>
            <a:r>
              <a:rPr sz="1600" dirty="0"/>
              <a:t> (Broadcast / API push / </a:t>
            </a:r>
            <a:r>
              <a:rPr sz="1600" dirty="0" err="1"/>
              <a:t>ฯลฯ</a:t>
            </a:r>
            <a:r>
              <a:rPr sz="1600" dirty="0"/>
              <a:t>) — </a:t>
            </a:r>
            <a:r>
              <a:rPr sz="1600" dirty="0" err="1"/>
              <a:t>ควรทดสอบกับรูปแบบการใช้งานจริง</a:t>
            </a:r>
            <a:endParaRPr sz="1600" dirty="0"/>
          </a:p>
          <a:p>
            <a:pPr>
              <a:defRPr sz="1300"/>
            </a:pPr>
            <a:r>
              <a:rPr sz="1600" dirty="0"/>
              <a:t>• 1:1 Chat </a:t>
            </a:r>
            <a:r>
              <a:rPr sz="1600" dirty="0" err="1"/>
              <a:t>ตอบลูกค้าได้ไม่จำกัด</a:t>
            </a:r>
            <a:r>
              <a:rPr sz="1600" dirty="0"/>
              <a:t> (</a:t>
            </a:r>
            <a:r>
              <a:rPr sz="1600" dirty="0" err="1"/>
              <a:t>ไม่ถูกนับในโควตา</a:t>
            </a:r>
            <a:r>
              <a:rPr sz="1600" dirty="0"/>
              <a:t> Broadcast)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Source: lineforbusiness.com (Broadcast Message pricing + Premium ID page), accessed Feb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Total Cost Summary: LINE OA + n8n + ServiceDesk Plus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63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rPr dirty="0" err="1"/>
              <a:t>สรุปค่าใช้จ่ายที่</a:t>
            </a:r>
            <a:r>
              <a:rPr dirty="0"/>
              <a:t> “</a:t>
            </a:r>
            <a:r>
              <a:rPr dirty="0" err="1"/>
              <a:t>มักเกิดขึ้นจริง</a:t>
            </a:r>
            <a:r>
              <a:rPr dirty="0"/>
              <a:t>” </a:t>
            </a:r>
            <a:r>
              <a:rPr dirty="0" err="1"/>
              <a:t>เมื่อทำ</a:t>
            </a:r>
            <a:r>
              <a:rPr dirty="0"/>
              <a:t> LINE OA + n8n + SDP </a:t>
            </a:r>
            <a:r>
              <a:rPr dirty="0" err="1"/>
              <a:t>สำหรับองค์กร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8317022"/>
              </p:ext>
            </p:extLst>
          </p:nvPr>
        </p:nvGraphicFramePr>
        <p:xfrm>
          <a:off x="398417" y="1828800"/>
          <a:ext cx="8347166" cy="3737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78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45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Cost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Self-host n8n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n8n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rPr sz="1200"/>
                        <a:t>Notes / What drives cost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/>
                        <a:t>LINE OA monthly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 / 1,280 / 1,780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 / 1,280 / 1,780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เลือกตามปริมาณข้อความ/เดือน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/>
                        <a:t>LINE OA add-ons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Premium ID /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Premium ID / Verified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เลือกใช้เมื่ออยากได้ชื่อแบรนด์/ความน่าเชื่อถือ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/>
                        <a:t>n8n subscription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 (ใช้ Community Edition)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คิดตามแพ็กเกจผู้ให้บริการ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Cloud มีค่าใช้งานรายเดือนแต่ลดภาระดูแล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/>
                        <a:t>Server / VM for n8n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มี (VM/On-prem/Cloud IaaS)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ไม่มี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ขึ้นกับจำนวน workflow, concurrency, retention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/>
                        <a:t>Ops / 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มี (patch, backup, monitoring)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น้อยมาก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ถ้าใช้ทีม IT ภายในคิดเป็นค่าแรง/manday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/>
                        <a:t>SSL/Domain/Reverse proxy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มี (ถ้าเปิดใช้งานจากภายนอก)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มี (เฉพาะ domain/webhook ที่คุณทำเอง)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ต้องมีเมื่อรับ webhook จาก LINE และเปิด public endpoint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sz="1200"/>
                        <a:t>ServiceDesk Plus license/infra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ตาม edition/จำนวน technician/node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ตาม edition/จำนวน technician/node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dirty="0" err="1"/>
                        <a:t>ถ้าเป็น</a:t>
                      </a:r>
                      <a:r>
                        <a:rPr sz="1200" dirty="0"/>
                        <a:t> On‑prem </a:t>
                      </a:r>
                      <a:r>
                        <a:rPr sz="1200" dirty="0" err="1"/>
                        <a:t>ต้องรวมสเปก</a:t>
                      </a:r>
                      <a:r>
                        <a:rPr sz="1200" dirty="0"/>
                        <a:t>/DB/backup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91887" y="5652485"/>
            <a:ext cx="868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แนวทางคำนวณรวม (ประมาณการ): Total/เดือน = LINE OA plan + (n8n cloud หรือ server+ops) + (SSL/Domain/Monitoring) + SDP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Note: n8n Cloud pricing varies by plan; SDP cost depends on edition &amp; licensing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ServiceDesk Plus Integration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F7486D-E1FF-B82A-CB01-3D763B9094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6887183"/>
              </p:ext>
            </p:extLst>
          </p:nvPr>
        </p:nvGraphicFramePr>
        <p:xfrm>
          <a:off x="3256272" y="640822"/>
          <a:ext cx="588544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Security Architecture (DMZ / Internal)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10EFE7-CD85-D30F-C8D9-617ADC01ED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127862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 dirty="0"/>
              <a:t>AI Roadmap </a:t>
            </a:r>
            <a:r>
              <a:rPr lang="en-US" sz="3600" dirty="0"/>
              <a:t>(Phase 2–3)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14A427-BB08-3203-CB39-FE4DA13075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425706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600"/>
              <a:t>Benefits to Organization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59FE8F-8957-A28F-A033-AD8C42B5A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659814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Next Steps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509373-DA2F-1525-AD81-DDC922154B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582830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861</Words>
  <Application>Microsoft Office PowerPoint</Application>
  <PresentationFormat>On-screen Show (4:3)</PresentationFormat>
  <Paragraphs>139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Executive Overview</vt:lpstr>
      <vt:lpstr>Business Pain Points</vt:lpstr>
      <vt:lpstr>Solution Architecture</vt:lpstr>
      <vt:lpstr>Key Capabilities</vt:lpstr>
      <vt:lpstr>n8n Deployment Options</vt:lpstr>
      <vt:lpstr>Cost Estimate – Option 1: Self-Hosted n8n</vt:lpstr>
      <vt:lpstr>Estimated Cost (Self-Hosted)</vt:lpstr>
      <vt:lpstr>Cost Estimate – Option 2: n8n Cloud</vt:lpstr>
      <vt:lpstr>Estimated Cost (n8n Cloud)</vt:lpstr>
      <vt:lpstr>Cost: LINE Official Account (Thailand)</vt:lpstr>
      <vt:lpstr>Total Cost Summary: LINE OA + n8n + ServiceDesk Plus</vt:lpstr>
      <vt:lpstr>ServiceDesk Plus Integration</vt:lpstr>
      <vt:lpstr>Security Architecture (DMZ / Internal)</vt:lpstr>
      <vt:lpstr>AI Roadmap (Phase 2–3)</vt:lpstr>
      <vt:lpstr>Benefits to Organization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Sorachart Nuanngam</cp:lastModifiedBy>
  <cp:revision>3</cp:revision>
  <dcterms:created xsi:type="dcterms:W3CDTF">2013-01-27T09:14:16Z</dcterms:created>
  <dcterms:modified xsi:type="dcterms:W3CDTF">2026-02-03T06:47:31Z</dcterms:modified>
  <cp:category/>
</cp:coreProperties>
</file>